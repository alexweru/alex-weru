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handoutMasterIdLst>
    <p:handoutMasterId r:id="rId21"/>
  </p:handoutMasterIdLst>
  <p:sldIdLst>
    <p:sldId id="256" r:id="rId5"/>
    <p:sldId id="2439" r:id="rId6"/>
    <p:sldId id="260" r:id="rId7"/>
    <p:sldId id="2434" r:id="rId8"/>
    <p:sldId id="258" r:id="rId9"/>
    <p:sldId id="2442" r:id="rId10"/>
    <p:sldId id="2444" r:id="rId11"/>
    <p:sldId id="2445" r:id="rId12"/>
    <p:sldId id="2446" r:id="rId13"/>
    <p:sldId id="2447" r:id="rId14"/>
    <p:sldId id="2448" r:id="rId15"/>
    <p:sldId id="2449" r:id="rId16"/>
    <p:sldId id="2450" r:id="rId17"/>
    <p:sldId id="2451" r:id="rId18"/>
    <p:sldId id="24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F400"/>
    <a:srgbClr val="05EE55"/>
    <a:srgbClr val="038B30"/>
    <a:srgbClr val="2F3342"/>
    <a:srgbClr val="05D74D"/>
    <a:srgbClr val="663300"/>
    <a:srgbClr val="04C0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948" autoAdjust="0"/>
  </p:normalViewPr>
  <p:slideViewPr>
    <p:cSldViewPr snapToGrid="0">
      <p:cViewPr varScale="1">
        <p:scale>
          <a:sx n="89" d="100"/>
          <a:sy n="89" d="100"/>
        </p:scale>
        <p:origin x="466" y="72"/>
      </p:cViewPr>
      <p:guideLst/>
    </p:cSldViewPr>
  </p:slideViewPr>
  <p:notesTextViewPr>
    <p:cViewPr>
      <p:scale>
        <a:sx n="1" d="1"/>
        <a:sy n="1" d="1"/>
      </p:scale>
      <p:origin x="0" y="0"/>
    </p:cViewPr>
  </p:notesTextViewPr>
  <p:sorterViewPr>
    <p:cViewPr>
      <p:scale>
        <a:sx n="50" d="100"/>
        <a:sy n="50"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dirty="0">
                <a:solidFill>
                  <a:schemeClr val="bg1"/>
                </a:solidFill>
              </a:rPr>
              <a:t>CHART TITLE</a:t>
            </a:r>
          </a:p>
        </c:rich>
      </c:tx>
      <c:layout>
        <c:manualLayout>
          <c:xMode val="edge"/>
          <c:yMode val="edge"/>
          <c:x val="0.39625304136253042"/>
          <c:y val="1.287553648068669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4688162154913117"/>
          <c:y val="0.17427359670169987"/>
          <c:w val="0.73876314730731663"/>
          <c:h val="0.65157007198134576"/>
        </c:manualLayout>
      </c:layout>
      <c:doughnutChart>
        <c:varyColors val="1"/>
        <c:dLbls>
          <c:showLegendKey val="0"/>
          <c:showVal val="0"/>
          <c:showCatName val="0"/>
          <c:showSerName val="0"/>
          <c:showPercent val="1"/>
          <c:showBubbleSize val="0"/>
          <c:showLeaderLines val="0"/>
        </c:dLbls>
        <c:firstSliceAng val="0"/>
        <c:holeSize val="70"/>
      </c:doughnutChart>
      <c:spPr>
        <a:noFill/>
        <a:ln>
          <a:noFill/>
        </a:ln>
        <a:effectLst/>
      </c:spPr>
    </c:plotArea>
    <c:legend>
      <c:legendPos val="t"/>
      <c:layout>
        <c:manualLayout>
          <c:xMode val="edge"/>
          <c:yMode val="edge"/>
          <c:x val="0"/>
          <c:y val="0.9026736169781352"/>
          <c:w val="1"/>
          <c:h val="6.0710858031158124E-2"/>
        </c:manualLayout>
      </c:layout>
      <c:overlay val="0"/>
      <c:spPr>
        <a:noFill/>
        <a:ln>
          <a:noFill/>
        </a:ln>
        <a:effectLst/>
      </c:spPr>
      <c:txPr>
        <a:bodyPr rot="0" spcFirstLastPara="1" vertOverflow="ellipsis" vert="horz" wrap="square" anchor="ctr" anchorCtr="1"/>
        <a:lstStyle/>
        <a:p>
          <a:pPr>
            <a:defRPr sz="1050" b="1"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4265FD-4E3F-4008-BF0D-92438DDF38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411FABC-D2A4-4DDD-AE15-415703DDD3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1CB9CF0-A540-4793-A5F3-F4917CFDDCB6}" type="datetimeFigureOut">
              <a:rPr lang="en-US" smtClean="0"/>
              <a:t>3/23/2026</a:t>
            </a:fld>
            <a:endParaRPr lang="en-US" dirty="0"/>
          </a:p>
        </p:txBody>
      </p:sp>
      <p:sp>
        <p:nvSpPr>
          <p:cNvPr id="4" name="Footer Placeholder 3">
            <a:extLst>
              <a:ext uri="{FF2B5EF4-FFF2-40B4-BE49-F238E27FC236}">
                <a16:creationId xmlns:a16="http://schemas.microsoft.com/office/drawing/2014/main" id="{27EBBAB0-AE2E-4EA6-BE3D-A8C4DA4007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31D462F-4914-49FC-A851-7FFFE9D6E8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422B72-BD1C-4F41-B10E-CA0BEB17901E}" type="slidenum">
              <a:rPr lang="en-US" smtClean="0"/>
              <a:t>‹#›</a:t>
            </a:fld>
            <a:endParaRPr lang="en-US" dirty="0"/>
          </a:p>
        </p:txBody>
      </p:sp>
    </p:spTree>
    <p:extLst>
      <p:ext uri="{BB962C8B-B14F-4D97-AF65-F5344CB8AC3E}">
        <p14:creationId xmlns:p14="http://schemas.microsoft.com/office/powerpoint/2010/main" val="3531907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A03753-A5BE-4D79-AEA9-C0A65A6F8851}" type="datetimeFigureOut">
              <a:rPr lang="en-US" smtClean="0"/>
              <a:t>3/23/2026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BE989-76B8-4F13-9267-01FDA45C437A}" type="slidenum">
              <a:rPr lang="en-US" smtClean="0"/>
              <a:t>‹#›</a:t>
            </a:fld>
            <a:endParaRPr lang="en-US" dirty="0"/>
          </a:p>
        </p:txBody>
      </p:sp>
    </p:spTree>
    <p:extLst>
      <p:ext uri="{BB962C8B-B14F-4D97-AF65-F5344CB8AC3E}">
        <p14:creationId xmlns:p14="http://schemas.microsoft.com/office/powerpoint/2010/main" val="3169730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3BE989-76B8-4F13-9267-01FDA45C437A}" type="slidenum">
              <a:rPr lang="en-US" smtClean="0"/>
              <a:t>3</a:t>
            </a:fld>
            <a:endParaRPr lang="en-US" dirty="0"/>
          </a:p>
        </p:txBody>
      </p:sp>
    </p:spTree>
    <p:extLst>
      <p:ext uri="{BB962C8B-B14F-4D97-AF65-F5344CB8AC3E}">
        <p14:creationId xmlns:p14="http://schemas.microsoft.com/office/powerpoint/2010/main" val="1744464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9FB41AE7-07AD-43D7-9418-6D32BE5E3192}"/>
              </a:ext>
            </a:extLst>
          </p:cNvPr>
          <p:cNvSpPr>
            <a:spLocks noGrp="1"/>
          </p:cNvSpPr>
          <p:nvPr>
            <p:ph type="pic" sz="quarter" idx="15"/>
          </p:nvPr>
        </p:nvSpPr>
        <p:spPr>
          <a:xfrm>
            <a:off x="-71015" y="0"/>
            <a:ext cx="12263015" cy="6858000"/>
          </a:xfrm>
          <a:solidFill>
            <a:schemeClr val="bg1">
              <a:lumMod val="50000"/>
            </a:schemeClr>
          </a:solidFill>
        </p:spPr>
        <p:txBody>
          <a:bodyPr/>
          <a:lstStyle/>
          <a:p>
            <a:r>
              <a:rPr lang="en-US"/>
              <a:t>Click icon to add picture</a:t>
            </a:r>
            <a:endParaRPr lang="en-US" dirty="0"/>
          </a:p>
        </p:txBody>
      </p:sp>
      <p:grpSp>
        <p:nvGrpSpPr>
          <p:cNvPr id="14" name="Group 13">
            <a:extLst>
              <a:ext uri="{FF2B5EF4-FFF2-40B4-BE49-F238E27FC236}">
                <a16:creationId xmlns:a16="http://schemas.microsoft.com/office/drawing/2014/main" id="{846D6A0C-E2C3-43CB-83D0-B5F6221079CA}"/>
              </a:ext>
            </a:extLst>
          </p:cNvPr>
          <p:cNvGrpSpPr/>
          <p:nvPr userDrawn="1"/>
        </p:nvGrpSpPr>
        <p:grpSpPr>
          <a:xfrm flipH="1">
            <a:off x="2076202" y="1374276"/>
            <a:ext cx="7324426" cy="3883523"/>
            <a:chOff x="252031" y="-22763"/>
            <a:chExt cx="7324426" cy="7269964"/>
          </a:xfrm>
        </p:grpSpPr>
        <p:sp>
          <p:nvSpPr>
            <p:cNvPr id="16" name="Rectangle 15">
              <a:extLst>
                <a:ext uri="{FF2B5EF4-FFF2-40B4-BE49-F238E27FC236}">
                  <a16:creationId xmlns:a16="http://schemas.microsoft.com/office/drawing/2014/main" id="{EDC96296-0FBF-47A5-9D6A-5D9BB647A4D7}"/>
                </a:ext>
              </a:extLst>
            </p:cNvPr>
            <p:cNvSpPr/>
            <p:nvPr userDrawn="1"/>
          </p:nvSpPr>
          <p:spPr>
            <a:xfrm>
              <a:off x="979714" y="1181211"/>
              <a:ext cx="6117771" cy="6065990"/>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15" name="Rectangle 14">
              <a:extLst>
                <a:ext uri="{FF2B5EF4-FFF2-40B4-BE49-F238E27FC236}">
                  <a16:creationId xmlns:a16="http://schemas.microsoft.com/office/drawing/2014/main" id="{F997D03F-0BE2-458F-92A2-4FE73B0FBF51}"/>
                </a:ext>
              </a:extLst>
            </p:cNvPr>
            <p:cNvSpPr/>
            <p:nvPr userDrawn="1"/>
          </p:nvSpPr>
          <p:spPr>
            <a:xfrm>
              <a:off x="500743" y="-22763"/>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3F17719-10FE-433E-9CCC-4509DE17F22A}"/>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0DE73F1A-AAF0-4EB4-8DF0-C152BD93C69B}"/>
              </a:ext>
            </a:extLst>
          </p:cNvPr>
          <p:cNvSpPr>
            <a:spLocks noGrp="1"/>
          </p:cNvSpPr>
          <p:nvPr>
            <p:ph type="ctrTitle" hasCustomPrompt="1"/>
          </p:nvPr>
        </p:nvSpPr>
        <p:spPr>
          <a:xfrm>
            <a:off x="2791372" y="2238426"/>
            <a:ext cx="6609256" cy="1508126"/>
          </a:xfrm>
        </p:spPr>
        <p:txBody>
          <a:bodyPr anchor="b">
            <a:normAutofit/>
          </a:bodyPr>
          <a:lstStyle>
            <a:lvl1pPr algn="ctr">
              <a:defRPr sz="4400" b="1">
                <a:solidFill>
                  <a:schemeClr val="bg1"/>
                </a:solidFill>
                <a:latin typeface="+mj-lt"/>
              </a:defRPr>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A3075AE6-92D3-4205-B268-E1AD6C5901DE}"/>
              </a:ext>
            </a:extLst>
          </p:cNvPr>
          <p:cNvSpPr>
            <a:spLocks noGrp="1"/>
          </p:cNvSpPr>
          <p:nvPr>
            <p:ph type="subTitle" idx="1"/>
          </p:nvPr>
        </p:nvSpPr>
        <p:spPr>
          <a:xfrm>
            <a:off x="2791372" y="3838627"/>
            <a:ext cx="6609256" cy="450503"/>
          </a:xfrm>
        </p:spPr>
        <p:txBody>
          <a:bodyPr/>
          <a:lstStyle>
            <a:lvl1pPr marL="0" indent="0" algn="ctr">
              <a:buNone/>
              <a:defRPr sz="2400" spc="3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776861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FE1CFFBA-D756-4740-B375-252727F02D1E}"/>
              </a:ext>
            </a:extLst>
          </p:cNvPr>
          <p:cNvSpPr>
            <a:spLocks noGrp="1"/>
          </p:cNvSpPr>
          <p:nvPr>
            <p:ph type="pic" sz="quarter" idx="15"/>
          </p:nvPr>
        </p:nvSpPr>
        <p:spPr>
          <a:xfrm>
            <a:off x="2264229" y="0"/>
            <a:ext cx="4919153" cy="6858000"/>
          </a:xfrm>
          <a:solidFill>
            <a:schemeClr val="bg1">
              <a:lumMod val="50000"/>
            </a:schemeClr>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B42DCA22-1DF2-42CB-8741-F0CE575EAFE9}"/>
              </a:ext>
            </a:extLst>
          </p:cNvPr>
          <p:cNvSpPr>
            <a:spLocks noGrp="1"/>
          </p:cNvSpPr>
          <p:nvPr>
            <p:ph type="title"/>
          </p:nvPr>
        </p:nvSpPr>
        <p:spPr>
          <a:xfrm>
            <a:off x="437804" y="1676400"/>
            <a:ext cx="5196241" cy="3352800"/>
          </a:xfrm>
        </p:spPr>
        <p:txBody>
          <a:bodyPr>
            <a:normAutofit/>
          </a:bodyPr>
          <a:lstStyle>
            <a:lvl1pPr>
              <a:defRPr sz="4400" b="1" spc="300">
                <a:solidFill>
                  <a:schemeClr val="bg1"/>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CDD89F3-6B87-4C54-83B9-A6481CB4FC3A}"/>
              </a:ext>
            </a:extLst>
          </p:cNvPr>
          <p:cNvSpPr>
            <a:spLocks noGrp="1"/>
          </p:cNvSpPr>
          <p:nvPr>
            <p:ph idx="1"/>
          </p:nvPr>
        </p:nvSpPr>
        <p:spPr>
          <a:xfrm>
            <a:off x="7639394" y="365125"/>
            <a:ext cx="4114801" cy="58118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Graphic 10">
            <a:extLst>
              <a:ext uri="{FF2B5EF4-FFF2-40B4-BE49-F238E27FC236}">
                <a16:creationId xmlns:a16="http://schemas.microsoft.com/office/drawing/2014/main" id="{479D679C-E90D-4916-BCE6-71C32B831E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9938" y="1088572"/>
            <a:ext cx="4572000" cy="4572000"/>
          </a:xfrm>
          <a:prstGeom prst="rect">
            <a:avLst/>
          </a:prstGeom>
        </p:spPr>
      </p:pic>
      <p:sp>
        <p:nvSpPr>
          <p:cNvPr id="6" name="Footer Placeholder 5">
            <a:extLst>
              <a:ext uri="{FF2B5EF4-FFF2-40B4-BE49-F238E27FC236}">
                <a16:creationId xmlns:a16="http://schemas.microsoft.com/office/drawing/2014/main" id="{39C200B3-102B-4BB6-AEB0-D99EE027F096}"/>
              </a:ext>
            </a:extLst>
          </p:cNvPr>
          <p:cNvSpPr>
            <a:spLocks noGrp="1"/>
          </p:cNvSpPr>
          <p:nvPr>
            <p:ph type="ftr" sz="quarter" idx="16"/>
          </p:nvPr>
        </p:nvSpPr>
        <p:spPr/>
        <p:txBody>
          <a:bodyPr/>
          <a:lstStyle/>
          <a:p>
            <a:r>
              <a:rPr lang="en-US"/>
              <a:t>Author: Joseph Wachira</a:t>
            </a:r>
            <a:endParaRPr lang="en-US" dirty="0"/>
          </a:p>
        </p:txBody>
      </p:sp>
      <p:sp>
        <p:nvSpPr>
          <p:cNvPr id="7" name="Slide Number Placeholder 6">
            <a:extLst>
              <a:ext uri="{FF2B5EF4-FFF2-40B4-BE49-F238E27FC236}">
                <a16:creationId xmlns:a16="http://schemas.microsoft.com/office/drawing/2014/main" id="{8B450C90-6D4A-4D50-B15D-91C587AABC61}"/>
              </a:ext>
            </a:extLst>
          </p:cNvPr>
          <p:cNvSpPr>
            <a:spLocks noGrp="1"/>
          </p:cNvSpPr>
          <p:nvPr>
            <p:ph type="sldNum" sz="quarter" idx="17"/>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3141762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FE1CFFBA-D756-4740-B375-252727F02D1E}"/>
              </a:ext>
            </a:extLst>
          </p:cNvPr>
          <p:cNvSpPr>
            <a:spLocks noGrp="1"/>
          </p:cNvSpPr>
          <p:nvPr>
            <p:ph type="pic" sz="quarter" idx="15"/>
          </p:nvPr>
        </p:nvSpPr>
        <p:spPr>
          <a:xfrm>
            <a:off x="2264229" y="0"/>
            <a:ext cx="9927771" cy="6858000"/>
          </a:xfrm>
          <a:solidFill>
            <a:schemeClr val="bg1">
              <a:lumMod val="50000"/>
            </a:schemeClr>
          </a:solidFill>
        </p:spPr>
        <p:txBody>
          <a:bodyPr/>
          <a:lstStyle/>
          <a:p>
            <a:r>
              <a:rPr lang="en-US"/>
              <a:t>Click icon to add picture</a:t>
            </a:r>
            <a:endParaRPr lang="en-US" dirty="0"/>
          </a:p>
        </p:txBody>
      </p:sp>
      <p:grpSp>
        <p:nvGrpSpPr>
          <p:cNvPr id="12" name="Group 11">
            <a:extLst>
              <a:ext uri="{FF2B5EF4-FFF2-40B4-BE49-F238E27FC236}">
                <a16:creationId xmlns:a16="http://schemas.microsoft.com/office/drawing/2014/main" id="{99325050-38BE-4AB2-B450-8DC9C0EDD386}"/>
              </a:ext>
            </a:extLst>
          </p:cNvPr>
          <p:cNvGrpSpPr/>
          <p:nvPr userDrawn="1"/>
        </p:nvGrpSpPr>
        <p:grpSpPr>
          <a:xfrm>
            <a:off x="883522" y="408327"/>
            <a:ext cx="5276606" cy="5768636"/>
            <a:chOff x="883522" y="408327"/>
            <a:chExt cx="5276606" cy="5768636"/>
          </a:xfrm>
        </p:grpSpPr>
        <p:sp>
          <p:nvSpPr>
            <p:cNvPr id="13" name="Rectangle 12">
              <a:extLst>
                <a:ext uri="{FF2B5EF4-FFF2-40B4-BE49-F238E27FC236}">
                  <a16:creationId xmlns:a16="http://schemas.microsoft.com/office/drawing/2014/main" id="{3D68A4CE-A5FD-4656-82E1-43D586CC441E}"/>
                </a:ext>
              </a:extLst>
            </p:cNvPr>
            <p:cNvSpPr/>
            <p:nvPr/>
          </p:nvSpPr>
          <p:spPr>
            <a:xfrm>
              <a:off x="1808217" y="1403690"/>
              <a:ext cx="4351911" cy="4773273"/>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p:txBody>
        </p:sp>
        <p:pic>
          <p:nvPicPr>
            <p:cNvPr id="15" name="Graphic 14">
              <a:extLst>
                <a:ext uri="{FF2B5EF4-FFF2-40B4-BE49-F238E27FC236}">
                  <a16:creationId xmlns:a16="http://schemas.microsoft.com/office/drawing/2014/main" id="{E66B1E37-8CEC-44ED-A239-C755B72AC6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938" y="1088572"/>
              <a:ext cx="4572000" cy="4572000"/>
            </a:xfrm>
            <a:prstGeom prst="rect">
              <a:avLst/>
            </a:prstGeom>
          </p:spPr>
        </p:pic>
        <p:sp>
          <p:nvSpPr>
            <p:cNvPr id="14" name="Rectangle 13">
              <a:extLst>
                <a:ext uri="{FF2B5EF4-FFF2-40B4-BE49-F238E27FC236}">
                  <a16:creationId xmlns:a16="http://schemas.microsoft.com/office/drawing/2014/main" id="{B7E28405-97F5-4E03-86F1-FAE2FEA6CFF8}"/>
                </a:ext>
              </a:extLst>
            </p:cNvPr>
            <p:cNvSpPr/>
            <p:nvPr/>
          </p:nvSpPr>
          <p:spPr>
            <a:xfrm>
              <a:off x="883522" y="408327"/>
              <a:ext cx="4351911" cy="4773273"/>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a:p>
              <a:pPr algn="ctr"/>
              <a:endParaRPr lang="en-US" dirty="0">
                <a:solidFill>
                  <a:srgbClr val="FF0000"/>
                </a:solidFill>
              </a:endParaRPr>
            </a:p>
          </p:txBody>
        </p:sp>
      </p:grpSp>
      <p:sp>
        <p:nvSpPr>
          <p:cNvPr id="16" name="Title 1">
            <a:extLst>
              <a:ext uri="{FF2B5EF4-FFF2-40B4-BE49-F238E27FC236}">
                <a16:creationId xmlns:a16="http://schemas.microsoft.com/office/drawing/2014/main" id="{719FCC9B-E3B8-49CF-BD22-D553FFAAE5D5}"/>
              </a:ext>
            </a:extLst>
          </p:cNvPr>
          <p:cNvSpPr>
            <a:spLocks noGrp="1"/>
          </p:cNvSpPr>
          <p:nvPr>
            <p:ph type="title"/>
          </p:nvPr>
        </p:nvSpPr>
        <p:spPr>
          <a:xfrm>
            <a:off x="838200" y="1501775"/>
            <a:ext cx="4351911" cy="2384466"/>
          </a:xfrm>
        </p:spPr>
        <p:txBody>
          <a:bodyPr>
            <a:normAutofit/>
          </a:bodyPr>
          <a:lstStyle>
            <a:lvl1pPr algn="ctr">
              <a:defRPr sz="4400" b="1" spc="300">
                <a:solidFill>
                  <a:schemeClr val="bg1"/>
                </a:solidFill>
                <a:latin typeface="+mj-lt"/>
              </a:defRPr>
            </a:lvl1pPr>
          </a:lstStyle>
          <a:p>
            <a:r>
              <a:rPr lang="en-US"/>
              <a:t>Click to edit Master title style</a:t>
            </a:r>
            <a:endParaRPr lang="en-US" dirty="0"/>
          </a:p>
        </p:txBody>
      </p:sp>
      <p:sp>
        <p:nvSpPr>
          <p:cNvPr id="17" name="Text Placeholder 2">
            <a:extLst>
              <a:ext uri="{FF2B5EF4-FFF2-40B4-BE49-F238E27FC236}">
                <a16:creationId xmlns:a16="http://schemas.microsoft.com/office/drawing/2014/main" id="{4F21EA87-CE67-4A1E-B2E0-513F775C76A7}"/>
              </a:ext>
            </a:extLst>
          </p:cNvPr>
          <p:cNvSpPr>
            <a:spLocks noGrp="1"/>
          </p:cNvSpPr>
          <p:nvPr>
            <p:ph type="body" idx="13" hasCustomPrompt="1"/>
          </p:nvPr>
        </p:nvSpPr>
        <p:spPr>
          <a:xfrm>
            <a:off x="838199" y="3886241"/>
            <a:ext cx="4351910" cy="296437"/>
          </a:xfrm>
        </p:spPr>
        <p:txBody>
          <a:bodyPr lIns="0" rIns="0">
            <a:noAutofit/>
          </a:bodyPr>
          <a:lstStyle>
            <a:lvl1pPr marL="0" indent="0" algn="ctr">
              <a:buNone/>
              <a:defRPr sz="2000" spc="6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STYLES</a:t>
            </a:r>
          </a:p>
        </p:txBody>
      </p:sp>
      <p:sp>
        <p:nvSpPr>
          <p:cNvPr id="2" name="Footer Placeholder 1">
            <a:extLst>
              <a:ext uri="{FF2B5EF4-FFF2-40B4-BE49-F238E27FC236}">
                <a16:creationId xmlns:a16="http://schemas.microsoft.com/office/drawing/2014/main" id="{6AADF661-E593-4423-A8A8-F22C94390782}"/>
              </a:ext>
            </a:extLst>
          </p:cNvPr>
          <p:cNvSpPr>
            <a:spLocks noGrp="1"/>
          </p:cNvSpPr>
          <p:nvPr>
            <p:ph type="ftr" sz="quarter" idx="16"/>
          </p:nvPr>
        </p:nvSpPr>
        <p:spPr/>
        <p:txBody>
          <a:bodyPr/>
          <a:lstStyle/>
          <a:p>
            <a:r>
              <a:rPr lang="en-US"/>
              <a:t>Author: Joseph Wachira</a:t>
            </a:r>
            <a:endParaRPr lang="en-US" dirty="0"/>
          </a:p>
        </p:txBody>
      </p:sp>
      <p:sp>
        <p:nvSpPr>
          <p:cNvPr id="3" name="Slide Number Placeholder 2">
            <a:extLst>
              <a:ext uri="{FF2B5EF4-FFF2-40B4-BE49-F238E27FC236}">
                <a16:creationId xmlns:a16="http://schemas.microsoft.com/office/drawing/2014/main" id="{F8BD6A50-BDFC-4B4C-9D3B-53B545F53188}"/>
              </a:ext>
            </a:extLst>
          </p:cNvPr>
          <p:cNvSpPr>
            <a:spLocks noGrp="1"/>
          </p:cNvSpPr>
          <p:nvPr>
            <p:ph type="sldNum" sz="quarter" idx="17"/>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38481437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7" name="Picture Placeholder 13">
            <a:extLst>
              <a:ext uri="{FF2B5EF4-FFF2-40B4-BE49-F238E27FC236}">
                <a16:creationId xmlns:a16="http://schemas.microsoft.com/office/drawing/2014/main" id="{B599FEC8-12D0-4EB5-8573-C891D56C84E0}"/>
              </a:ext>
            </a:extLst>
          </p:cNvPr>
          <p:cNvSpPr>
            <a:spLocks noGrp="1"/>
          </p:cNvSpPr>
          <p:nvPr>
            <p:ph type="pic" sz="quarter" idx="15"/>
          </p:nvPr>
        </p:nvSpPr>
        <p:spPr>
          <a:xfrm>
            <a:off x="-71015" y="0"/>
            <a:ext cx="12263015" cy="6858000"/>
          </a:xfrm>
          <a:solidFill>
            <a:schemeClr val="bg1">
              <a:lumMod val="50000"/>
            </a:schemeClr>
          </a:solidFill>
        </p:spPr>
        <p:txBody>
          <a:bodyPr/>
          <a:lstStyle/>
          <a:p>
            <a:r>
              <a:rPr lang="en-US"/>
              <a:t>Click icon to add picture</a:t>
            </a:r>
            <a:endParaRPr lang="en-US" dirty="0"/>
          </a:p>
        </p:txBody>
      </p:sp>
      <p:grpSp>
        <p:nvGrpSpPr>
          <p:cNvPr id="14" name="Group 13">
            <a:extLst>
              <a:ext uri="{FF2B5EF4-FFF2-40B4-BE49-F238E27FC236}">
                <a16:creationId xmlns:a16="http://schemas.microsoft.com/office/drawing/2014/main" id="{7BF3BF7F-F094-497C-9310-2FE8B059E82B}"/>
              </a:ext>
            </a:extLst>
          </p:cNvPr>
          <p:cNvGrpSpPr/>
          <p:nvPr userDrawn="1"/>
        </p:nvGrpSpPr>
        <p:grpSpPr>
          <a:xfrm flipH="1" flipV="1">
            <a:off x="3581400" y="451189"/>
            <a:ext cx="5276606" cy="5768636"/>
            <a:chOff x="883522" y="408327"/>
            <a:chExt cx="5276606" cy="5768636"/>
          </a:xfrm>
        </p:grpSpPr>
        <p:sp>
          <p:nvSpPr>
            <p:cNvPr id="15" name="Rectangle 14">
              <a:extLst>
                <a:ext uri="{FF2B5EF4-FFF2-40B4-BE49-F238E27FC236}">
                  <a16:creationId xmlns:a16="http://schemas.microsoft.com/office/drawing/2014/main" id="{2D49E498-4E90-44A2-B49F-157DFF9E8581}"/>
                </a:ext>
              </a:extLst>
            </p:cNvPr>
            <p:cNvSpPr/>
            <p:nvPr/>
          </p:nvSpPr>
          <p:spPr>
            <a:xfrm>
              <a:off x="1808217" y="1403690"/>
              <a:ext cx="4351911" cy="4773273"/>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pic>
          <p:nvPicPr>
            <p:cNvPr id="17" name="Graphic 16">
              <a:extLst>
                <a:ext uri="{FF2B5EF4-FFF2-40B4-BE49-F238E27FC236}">
                  <a16:creationId xmlns:a16="http://schemas.microsoft.com/office/drawing/2014/main" id="{B2D9F108-8C30-4BEC-8122-BE26326444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938" y="1088572"/>
              <a:ext cx="4572000" cy="4572000"/>
            </a:xfrm>
            <a:prstGeom prst="rect">
              <a:avLst/>
            </a:prstGeom>
          </p:spPr>
        </p:pic>
        <p:sp>
          <p:nvSpPr>
            <p:cNvPr id="16" name="Rectangle 15">
              <a:extLst>
                <a:ext uri="{FF2B5EF4-FFF2-40B4-BE49-F238E27FC236}">
                  <a16:creationId xmlns:a16="http://schemas.microsoft.com/office/drawing/2014/main" id="{FAB546B5-7C56-40DD-B1DF-AE850DE5FDB3}"/>
                </a:ext>
              </a:extLst>
            </p:cNvPr>
            <p:cNvSpPr/>
            <p:nvPr/>
          </p:nvSpPr>
          <p:spPr>
            <a:xfrm>
              <a:off x="883522" y="408327"/>
              <a:ext cx="4351911" cy="4773273"/>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grpSp>
      <p:sp>
        <p:nvSpPr>
          <p:cNvPr id="8" name="Title 1">
            <a:extLst>
              <a:ext uri="{FF2B5EF4-FFF2-40B4-BE49-F238E27FC236}">
                <a16:creationId xmlns:a16="http://schemas.microsoft.com/office/drawing/2014/main" id="{4C30FD01-9DD8-4ECA-AC52-7C41002A99B3}"/>
              </a:ext>
            </a:extLst>
          </p:cNvPr>
          <p:cNvSpPr>
            <a:spLocks noGrp="1"/>
          </p:cNvSpPr>
          <p:nvPr>
            <p:ph type="title"/>
          </p:nvPr>
        </p:nvSpPr>
        <p:spPr>
          <a:xfrm>
            <a:off x="4506095" y="1742989"/>
            <a:ext cx="4351911" cy="3352800"/>
          </a:xfrm>
        </p:spPr>
        <p:txBody>
          <a:bodyPr>
            <a:normAutofit/>
          </a:bodyPr>
          <a:lstStyle>
            <a:lvl1pPr algn="ctr">
              <a:defRPr sz="4400" b="1" spc="300">
                <a:solidFill>
                  <a:schemeClr val="bg1"/>
                </a:solidFill>
                <a:latin typeface="+mj-lt"/>
              </a:defRPr>
            </a:lvl1pPr>
          </a:lstStyle>
          <a:p>
            <a:r>
              <a:rPr lang="en-US"/>
              <a:t>Click to edit Master title style</a:t>
            </a:r>
            <a:endParaRPr lang="en-US" dirty="0"/>
          </a:p>
        </p:txBody>
      </p:sp>
      <p:sp>
        <p:nvSpPr>
          <p:cNvPr id="22" name="Text Placeholder 2">
            <a:extLst>
              <a:ext uri="{FF2B5EF4-FFF2-40B4-BE49-F238E27FC236}">
                <a16:creationId xmlns:a16="http://schemas.microsoft.com/office/drawing/2014/main" id="{74491700-C4EB-4143-ACD3-DE153BF9DD99}"/>
              </a:ext>
            </a:extLst>
          </p:cNvPr>
          <p:cNvSpPr>
            <a:spLocks noGrp="1"/>
          </p:cNvSpPr>
          <p:nvPr>
            <p:ph type="body" idx="13" hasCustomPrompt="1"/>
          </p:nvPr>
        </p:nvSpPr>
        <p:spPr>
          <a:xfrm>
            <a:off x="4506094" y="4127455"/>
            <a:ext cx="4351910" cy="296437"/>
          </a:xfrm>
        </p:spPr>
        <p:txBody>
          <a:bodyPr lIns="0" rIns="0">
            <a:noAutofit/>
          </a:bodyPr>
          <a:lstStyle>
            <a:lvl1pPr marL="0" indent="0" algn="ctr">
              <a:buNone/>
              <a:defRPr sz="2000" spc="6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STYLES</a:t>
            </a:r>
          </a:p>
        </p:txBody>
      </p:sp>
      <p:sp>
        <p:nvSpPr>
          <p:cNvPr id="2" name="Footer Placeholder 1">
            <a:extLst>
              <a:ext uri="{FF2B5EF4-FFF2-40B4-BE49-F238E27FC236}">
                <a16:creationId xmlns:a16="http://schemas.microsoft.com/office/drawing/2014/main" id="{C5F17219-39C2-44C1-BFC9-BA0D7ACD78D1}"/>
              </a:ext>
            </a:extLst>
          </p:cNvPr>
          <p:cNvSpPr>
            <a:spLocks noGrp="1"/>
          </p:cNvSpPr>
          <p:nvPr>
            <p:ph type="ftr" sz="quarter" idx="16"/>
          </p:nvPr>
        </p:nvSpPr>
        <p:spPr/>
        <p:txBody>
          <a:bodyPr/>
          <a:lstStyle/>
          <a:p>
            <a:r>
              <a:rPr lang="en-US"/>
              <a:t>Author: Joseph Wachira</a:t>
            </a:r>
            <a:endParaRPr lang="en-US" dirty="0"/>
          </a:p>
        </p:txBody>
      </p:sp>
      <p:sp>
        <p:nvSpPr>
          <p:cNvPr id="3" name="Slide Number Placeholder 2">
            <a:extLst>
              <a:ext uri="{FF2B5EF4-FFF2-40B4-BE49-F238E27FC236}">
                <a16:creationId xmlns:a16="http://schemas.microsoft.com/office/drawing/2014/main" id="{5087118E-1B0A-407B-BDCE-B343BC9F92E9}"/>
              </a:ext>
            </a:extLst>
          </p:cNvPr>
          <p:cNvSpPr>
            <a:spLocks noGrp="1"/>
          </p:cNvSpPr>
          <p:nvPr>
            <p:ph type="sldNum" sz="quarter" idx="17"/>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289958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with Imag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C3A4379-5E89-42FE-AA5C-BEA0CDFCDD6F}"/>
              </a:ext>
            </a:extLst>
          </p:cNvPr>
          <p:cNvSpPr/>
          <p:nvPr userDrawn="1"/>
        </p:nvSpPr>
        <p:spPr>
          <a:xfrm>
            <a:off x="4887684" y="1431586"/>
            <a:ext cx="2873833"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CF38A5A1-070F-43C9-B2D5-C557B0D72B9C}"/>
              </a:ext>
            </a:extLst>
          </p:cNvPr>
          <p:cNvSpPr>
            <a:spLocks noGrp="1"/>
          </p:cNvSpPr>
          <p:nvPr>
            <p:ph type="body" idx="1"/>
          </p:nvPr>
        </p:nvSpPr>
        <p:spPr>
          <a:xfrm>
            <a:off x="573882" y="1061132"/>
            <a:ext cx="3464717" cy="823912"/>
          </a:xfrm>
          <a:ln>
            <a:noFill/>
          </a:ln>
        </p:spPr>
        <p:txBody>
          <a:bodyPr anchor="ctr"/>
          <a:lstStyle>
            <a:lvl1pPr marL="0" indent="0" algn="ctr">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ECCBEC1-2F48-4E90-ADF0-BEE2B9E477B0}"/>
              </a:ext>
            </a:extLst>
          </p:cNvPr>
          <p:cNvSpPr>
            <a:spLocks noGrp="1"/>
          </p:cNvSpPr>
          <p:nvPr>
            <p:ph sz="half" idx="2"/>
          </p:nvPr>
        </p:nvSpPr>
        <p:spPr>
          <a:xfrm>
            <a:off x="573882" y="2108201"/>
            <a:ext cx="3464717" cy="3684588"/>
          </a:xfrm>
        </p:spPr>
        <p:txBody>
          <a:bodyPr>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200">
                <a:solidFill>
                  <a:schemeClr val="bg1"/>
                </a:solidFill>
              </a:defRPr>
            </a:lvl3pPr>
            <a:lvl4pPr>
              <a:lnSpc>
                <a:spcPct val="150000"/>
              </a:lnSpc>
              <a:defRPr sz="1100">
                <a:solidFill>
                  <a:schemeClr val="bg1"/>
                </a:solidFill>
              </a:defRPr>
            </a:lvl4pPr>
            <a:lvl5pPr>
              <a:lnSpc>
                <a:spcPct val="150000"/>
              </a:lnSpc>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
            <a:extLst>
              <a:ext uri="{FF2B5EF4-FFF2-40B4-BE49-F238E27FC236}">
                <a16:creationId xmlns:a16="http://schemas.microsoft.com/office/drawing/2014/main" id="{367F380C-58A9-4490-AC57-579A90290F36}"/>
              </a:ext>
            </a:extLst>
          </p:cNvPr>
          <p:cNvSpPr>
            <a:spLocks noGrp="1"/>
          </p:cNvSpPr>
          <p:nvPr>
            <p:ph type="body" idx="13"/>
          </p:nvPr>
        </p:nvSpPr>
        <p:spPr>
          <a:xfrm>
            <a:off x="8153400" y="1061132"/>
            <a:ext cx="3464717" cy="823912"/>
          </a:xfrm>
          <a:ln>
            <a:noFill/>
          </a:ln>
        </p:spPr>
        <p:txBody>
          <a:bodyPr anchor="ctr"/>
          <a:lstStyle>
            <a:lvl1pPr marL="0" indent="0" algn="ctr">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a:extLst>
              <a:ext uri="{FF2B5EF4-FFF2-40B4-BE49-F238E27FC236}">
                <a16:creationId xmlns:a16="http://schemas.microsoft.com/office/drawing/2014/main" id="{DA285A94-0E4E-47DC-8E61-41F684F37003}"/>
              </a:ext>
            </a:extLst>
          </p:cNvPr>
          <p:cNvSpPr>
            <a:spLocks noGrp="1"/>
          </p:cNvSpPr>
          <p:nvPr>
            <p:ph sz="half" idx="14"/>
          </p:nvPr>
        </p:nvSpPr>
        <p:spPr>
          <a:xfrm>
            <a:off x="8153400" y="2108201"/>
            <a:ext cx="3464717" cy="3684588"/>
          </a:xfrm>
        </p:spPr>
        <p:txBody>
          <a:bodyPr>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200">
                <a:solidFill>
                  <a:schemeClr val="bg1"/>
                </a:solidFill>
              </a:defRPr>
            </a:lvl3pPr>
            <a:lvl4pPr>
              <a:lnSpc>
                <a:spcPct val="150000"/>
              </a:lnSpc>
              <a:defRPr sz="1100">
                <a:solidFill>
                  <a:schemeClr val="bg1"/>
                </a:solidFill>
              </a:defRPr>
            </a:lvl4pPr>
            <a:lvl5pPr>
              <a:lnSpc>
                <a:spcPct val="150000"/>
              </a:lnSpc>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Rectangle 17">
            <a:extLst>
              <a:ext uri="{FF2B5EF4-FFF2-40B4-BE49-F238E27FC236}">
                <a16:creationId xmlns:a16="http://schemas.microsoft.com/office/drawing/2014/main" id="{6EDCBFD0-7AE5-4346-AD3A-01F956626091}"/>
              </a:ext>
            </a:extLst>
          </p:cNvPr>
          <p:cNvSpPr/>
          <p:nvPr userDrawn="1"/>
        </p:nvSpPr>
        <p:spPr>
          <a:xfrm>
            <a:off x="4430484" y="0"/>
            <a:ext cx="2873833" cy="5426414"/>
          </a:xfrm>
          <a:prstGeom prst="rect">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Picture Placeholder 13">
            <a:extLst>
              <a:ext uri="{FF2B5EF4-FFF2-40B4-BE49-F238E27FC236}">
                <a16:creationId xmlns:a16="http://schemas.microsoft.com/office/drawing/2014/main" id="{354FBDC8-CD65-4972-A821-C25297B1A8AB}"/>
              </a:ext>
            </a:extLst>
          </p:cNvPr>
          <p:cNvSpPr>
            <a:spLocks noGrp="1"/>
          </p:cNvSpPr>
          <p:nvPr>
            <p:ph type="pic" sz="quarter" idx="15"/>
          </p:nvPr>
        </p:nvSpPr>
        <p:spPr>
          <a:xfrm>
            <a:off x="4659082" y="489291"/>
            <a:ext cx="2873833" cy="5920920"/>
          </a:xfrm>
          <a:solidFill>
            <a:schemeClr val="bg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1F4A2F-9480-4E94-806C-5D65C71DFB9F}"/>
              </a:ext>
            </a:extLst>
          </p:cNvPr>
          <p:cNvSpPr>
            <a:spLocks noGrp="1"/>
          </p:cNvSpPr>
          <p:nvPr>
            <p:ph type="title"/>
          </p:nvPr>
        </p:nvSpPr>
        <p:spPr>
          <a:xfrm>
            <a:off x="595884" y="0"/>
            <a:ext cx="3834596" cy="1124404"/>
          </a:xfrm>
        </p:spPr>
        <p:txBody>
          <a:bodyPr>
            <a:noAutofit/>
          </a:bodyPr>
          <a:lstStyle>
            <a:lvl1pPr>
              <a:defRPr sz="2800"/>
            </a:lvl1pPr>
          </a:lstStyle>
          <a:p>
            <a:r>
              <a:rPr lang="en-US"/>
              <a:t>Click to edit Master title style</a:t>
            </a:r>
          </a:p>
        </p:txBody>
      </p:sp>
      <p:sp>
        <p:nvSpPr>
          <p:cNvPr id="5" name="Footer Placeholder 4">
            <a:extLst>
              <a:ext uri="{FF2B5EF4-FFF2-40B4-BE49-F238E27FC236}">
                <a16:creationId xmlns:a16="http://schemas.microsoft.com/office/drawing/2014/main" id="{750DA028-023B-4883-9A48-70FD7A2E5226}"/>
              </a:ext>
            </a:extLst>
          </p:cNvPr>
          <p:cNvSpPr>
            <a:spLocks noGrp="1"/>
          </p:cNvSpPr>
          <p:nvPr>
            <p:ph type="ftr" sz="quarter" idx="16"/>
          </p:nvPr>
        </p:nvSpPr>
        <p:spPr/>
        <p:txBody>
          <a:bodyPr/>
          <a:lstStyle/>
          <a:p>
            <a:r>
              <a:rPr lang="en-US"/>
              <a:t>Author: Joseph Wachira</a:t>
            </a:r>
            <a:endParaRPr lang="en-US" dirty="0"/>
          </a:p>
        </p:txBody>
      </p:sp>
      <p:sp>
        <p:nvSpPr>
          <p:cNvPr id="6" name="Slide Number Placeholder 5">
            <a:extLst>
              <a:ext uri="{FF2B5EF4-FFF2-40B4-BE49-F238E27FC236}">
                <a16:creationId xmlns:a16="http://schemas.microsoft.com/office/drawing/2014/main" id="{492AA6DE-6D7A-4135-8B9F-99A91527F21D}"/>
              </a:ext>
            </a:extLst>
          </p:cNvPr>
          <p:cNvSpPr>
            <a:spLocks noGrp="1"/>
          </p:cNvSpPr>
          <p:nvPr>
            <p:ph type="sldNum" sz="quarter" idx="17"/>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178074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D40C7A-92CE-46D6-B056-C75D73663328}"/>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2877C5F-FF39-4400-9C13-0D7F04A0C78F}"/>
              </a:ext>
            </a:extLst>
          </p:cNvPr>
          <p:cNvSpPr/>
          <p:nvPr userDrawn="1"/>
        </p:nvSpPr>
        <p:spPr>
          <a:xfrm>
            <a:off x="6727371" y="54430"/>
            <a:ext cx="1238278" cy="655319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a:extLst>
              <a:ext uri="{FF2B5EF4-FFF2-40B4-BE49-F238E27FC236}">
                <a16:creationId xmlns:a16="http://schemas.microsoft.com/office/drawing/2014/main" id="{CAE90E16-AEC5-4F82-85B0-DDEA26AA939A}"/>
              </a:ext>
            </a:extLst>
          </p:cNvPr>
          <p:cNvSpPr>
            <a:spLocks noGrp="1"/>
          </p:cNvSpPr>
          <p:nvPr>
            <p:ph type="pic" idx="1"/>
          </p:nvPr>
        </p:nvSpPr>
        <p:spPr>
          <a:xfrm>
            <a:off x="7097484" y="0"/>
            <a:ext cx="5094515" cy="6858000"/>
          </a:xfrm>
          <a:solidFill>
            <a:schemeClr val="bg1">
              <a:lumMod val="5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Rectangle 12">
            <a:extLst>
              <a:ext uri="{FF2B5EF4-FFF2-40B4-BE49-F238E27FC236}">
                <a16:creationId xmlns:a16="http://schemas.microsoft.com/office/drawing/2014/main" id="{EA1A2116-206B-49CD-9ECC-078E4F72904C}"/>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69E75A6-06C5-49D0-9164-3098CE0E53D8}"/>
              </a:ext>
            </a:extLst>
          </p:cNvPr>
          <p:cNvSpPr/>
          <p:nvPr userDrawn="1"/>
        </p:nvSpPr>
        <p:spPr>
          <a:xfrm>
            <a:off x="957943" y="655467"/>
            <a:ext cx="5769428"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ooter Placeholder 7">
            <a:extLst>
              <a:ext uri="{FF2B5EF4-FFF2-40B4-BE49-F238E27FC236}">
                <a16:creationId xmlns:a16="http://schemas.microsoft.com/office/drawing/2014/main" id="{9B7F3105-8D8F-4FF3-9A7F-0F067BB810A1}"/>
              </a:ext>
            </a:extLst>
          </p:cNvPr>
          <p:cNvSpPr>
            <a:spLocks noGrp="1"/>
          </p:cNvSpPr>
          <p:nvPr>
            <p:ph type="ftr" sz="quarter" idx="14"/>
          </p:nvPr>
        </p:nvSpPr>
        <p:spPr/>
        <p:txBody>
          <a:bodyPr/>
          <a:lstStyle/>
          <a:p>
            <a:r>
              <a:rPr lang="en-US"/>
              <a:t>Author: Joseph Wachira</a:t>
            </a:r>
            <a:endParaRPr lang="en-US" dirty="0"/>
          </a:p>
        </p:txBody>
      </p:sp>
      <p:sp>
        <p:nvSpPr>
          <p:cNvPr id="4" name="Text Placeholder 3">
            <a:extLst>
              <a:ext uri="{FF2B5EF4-FFF2-40B4-BE49-F238E27FC236}">
                <a16:creationId xmlns:a16="http://schemas.microsoft.com/office/drawing/2014/main" id="{F41E2B8D-1C12-403F-BE59-ECC565466CB0}"/>
              </a:ext>
            </a:extLst>
          </p:cNvPr>
          <p:cNvSpPr>
            <a:spLocks noGrp="1"/>
          </p:cNvSpPr>
          <p:nvPr>
            <p:ph type="body" sz="half" idx="2"/>
          </p:nvPr>
        </p:nvSpPr>
        <p:spPr>
          <a:xfrm>
            <a:off x="957943" y="2546851"/>
            <a:ext cx="5138057" cy="3396749"/>
          </a:xfrm>
        </p:spPr>
        <p:txBody>
          <a:bodyPr/>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 name="Title 1">
            <a:extLst>
              <a:ext uri="{FF2B5EF4-FFF2-40B4-BE49-F238E27FC236}">
                <a16:creationId xmlns:a16="http://schemas.microsoft.com/office/drawing/2014/main" id="{9AF0F519-65FC-434F-8F2F-F778A20A82ED}"/>
              </a:ext>
            </a:extLst>
          </p:cNvPr>
          <p:cNvSpPr>
            <a:spLocks noGrp="1"/>
          </p:cNvSpPr>
          <p:nvPr>
            <p:ph type="title"/>
          </p:nvPr>
        </p:nvSpPr>
        <p:spPr>
          <a:xfrm>
            <a:off x="957943" y="1480457"/>
            <a:ext cx="5138057" cy="979308"/>
          </a:xfrm>
        </p:spPr>
        <p:txBody>
          <a:bodyPr anchor="b"/>
          <a:lstStyle>
            <a:lvl1pPr>
              <a:defRPr sz="3200" b="1">
                <a:solidFill>
                  <a:schemeClr val="bg1"/>
                </a:solidFill>
                <a:latin typeface="+mn-lt"/>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BD117255-8347-4647-9EA2-7ED06A73C1A2}"/>
              </a:ext>
            </a:extLst>
          </p:cNvPr>
          <p:cNvSpPr>
            <a:spLocks noGrp="1"/>
          </p:cNvSpPr>
          <p:nvPr>
            <p:ph type="sldNum" sz="quarter" idx="15"/>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3577251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Picture Placeholder 13">
            <a:extLst>
              <a:ext uri="{FF2B5EF4-FFF2-40B4-BE49-F238E27FC236}">
                <a16:creationId xmlns:a16="http://schemas.microsoft.com/office/drawing/2014/main" id="{0CBD5E02-927B-4DF7-8968-617C1C8F0F0E}"/>
              </a:ext>
            </a:extLst>
          </p:cNvPr>
          <p:cNvSpPr>
            <a:spLocks noGrp="1"/>
          </p:cNvSpPr>
          <p:nvPr>
            <p:ph type="pic" sz="quarter" idx="15"/>
          </p:nvPr>
        </p:nvSpPr>
        <p:spPr>
          <a:xfrm>
            <a:off x="1" y="0"/>
            <a:ext cx="7249885" cy="6858000"/>
          </a:xfrm>
          <a:solidFill>
            <a:schemeClr val="bg1">
              <a:lumMod val="50000"/>
            </a:schemeClr>
          </a:solidFill>
        </p:spPr>
        <p:txBody>
          <a:bodyPr/>
          <a:lstStyle/>
          <a:p>
            <a:r>
              <a:rPr lang="en-US"/>
              <a:t>Click icon to add picture</a:t>
            </a:r>
            <a:endParaRPr lang="en-US" dirty="0"/>
          </a:p>
        </p:txBody>
      </p:sp>
      <p:grpSp>
        <p:nvGrpSpPr>
          <p:cNvPr id="5" name="Group 4">
            <a:extLst>
              <a:ext uri="{FF2B5EF4-FFF2-40B4-BE49-F238E27FC236}">
                <a16:creationId xmlns:a16="http://schemas.microsoft.com/office/drawing/2014/main" id="{1E8CB484-5390-4B2F-9BFB-D0733BEE88A5}"/>
              </a:ext>
            </a:extLst>
          </p:cNvPr>
          <p:cNvGrpSpPr/>
          <p:nvPr userDrawn="1"/>
        </p:nvGrpSpPr>
        <p:grpSpPr>
          <a:xfrm flipH="1">
            <a:off x="4115984" y="252563"/>
            <a:ext cx="7433283" cy="5995838"/>
            <a:chOff x="252031" y="391887"/>
            <a:chExt cx="7433283" cy="6215741"/>
          </a:xfrm>
        </p:grpSpPr>
        <p:sp>
          <p:nvSpPr>
            <p:cNvPr id="24" name="Rectangle 23">
              <a:extLst>
                <a:ext uri="{FF2B5EF4-FFF2-40B4-BE49-F238E27FC236}">
                  <a16:creationId xmlns:a16="http://schemas.microsoft.com/office/drawing/2014/main" id="{A8354BDC-9788-4AB5-A841-99D95C68804F}"/>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6778BD9-B865-4156-B319-6A8242F0D4D5}"/>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AEB70006-7799-4F63-912B-45662CE14500}"/>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5510539" y="916440"/>
            <a:ext cx="6117771" cy="573989"/>
          </a:xfrm>
        </p:spPr>
        <p:txBody>
          <a:bodyPr lIns="0" rIns="0">
            <a:noAutofit/>
          </a:bodyPr>
          <a:lstStyle>
            <a:lvl1pPr>
              <a:defRPr sz="3200" b="1" spc="0">
                <a:solidFill>
                  <a:schemeClr val="bg1"/>
                </a:solidFill>
                <a:latin typeface="+mj-lt"/>
              </a:defRPr>
            </a:lvl1pPr>
          </a:lstStyle>
          <a:p>
            <a:r>
              <a:rPr lang="en-US" dirty="0"/>
              <a:t>CLICK TO EDIT MASTER</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5510539" y="1962673"/>
            <a:ext cx="6117771" cy="3676128"/>
          </a:xfrm>
        </p:spPr>
        <p:txBody>
          <a:bodyPr lIns="0" rIns="0">
            <a:normAutofit/>
          </a:bodyPr>
          <a:lstStyle>
            <a:lvl1pPr>
              <a:lnSpc>
                <a:spcPct val="150000"/>
              </a:lnSpc>
              <a:defRPr sz="1600">
                <a:solidFill>
                  <a:schemeClr val="bg1"/>
                </a:solidFill>
              </a:defRPr>
            </a:lvl1pPr>
            <a:lvl2pPr>
              <a:lnSpc>
                <a:spcPct val="150000"/>
              </a:lnSpc>
              <a:defRPr sz="1600">
                <a:solidFill>
                  <a:schemeClr val="bg1"/>
                </a:solidFill>
              </a:defRPr>
            </a:lvl2pPr>
            <a:lvl3pPr>
              <a:lnSpc>
                <a:spcPct val="150000"/>
              </a:lnSpc>
              <a:defRPr sz="1400">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a:extLst>
              <a:ext uri="{FF2B5EF4-FFF2-40B4-BE49-F238E27FC236}">
                <a16:creationId xmlns:a16="http://schemas.microsoft.com/office/drawing/2014/main" id="{6CAAB964-0A56-4842-AA82-7610F726CD14}"/>
              </a:ext>
            </a:extLst>
          </p:cNvPr>
          <p:cNvSpPr>
            <a:spLocks noGrp="1"/>
          </p:cNvSpPr>
          <p:nvPr>
            <p:ph type="body" idx="13" hasCustomPrompt="1"/>
          </p:nvPr>
        </p:nvSpPr>
        <p:spPr>
          <a:xfrm>
            <a:off x="5535810" y="1555002"/>
            <a:ext cx="6076915" cy="407670"/>
          </a:xfrm>
        </p:spPr>
        <p:txBody>
          <a:bodyPr lIns="0" rIns="0">
            <a:noAutofit/>
          </a:bodyPr>
          <a:lstStyle>
            <a:lvl1pPr marL="0" indent="0">
              <a:buNone/>
              <a:defRPr sz="2000" spc="6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Footer Placeholder 3">
            <a:extLst>
              <a:ext uri="{FF2B5EF4-FFF2-40B4-BE49-F238E27FC236}">
                <a16:creationId xmlns:a16="http://schemas.microsoft.com/office/drawing/2014/main" id="{7BFE929D-DC77-46CA-82A0-DBC67BEA93A1}"/>
              </a:ext>
            </a:extLst>
          </p:cNvPr>
          <p:cNvSpPr>
            <a:spLocks noGrp="1"/>
          </p:cNvSpPr>
          <p:nvPr>
            <p:ph type="ftr" sz="quarter" idx="16"/>
          </p:nvPr>
        </p:nvSpPr>
        <p:spPr/>
        <p:txBody>
          <a:bodyPr/>
          <a:lstStyle/>
          <a:p>
            <a:r>
              <a:rPr lang="en-US"/>
              <a:t>Author: Joseph Wachira</a:t>
            </a:r>
            <a:endParaRPr lang="en-US" dirty="0"/>
          </a:p>
        </p:txBody>
      </p:sp>
      <p:sp>
        <p:nvSpPr>
          <p:cNvPr id="6" name="Slide Number Placeholder 5">
            <a:extLst>
              <a:ext uri="{FF2B5EF4-FFF2-40B4-BE49-F238E27FC236}">
                <a16:creationId xmlns:a16="http://schemas.microsoft.com/office/drawing/2014/main" id="{04A17937-35A7-4492-BF9B-0912A22FF3FD}"/>
              </a:ext>
            </a:extLst>
          </p:cNvPr>
          <p:cNvSpPr>
            <a:spLocks noGrp="1"/>
          </p:cNvSpPr>
          <p:nvPr>
            <p:ph type="sldNum" sz="quarter" idx="17"/>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30666008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42E9CCD-6BB8-4209-A6BA-851867956084}"/>
              </a:ext>
            </a:extLst>
          </p:cNvPr>
          <p:cNvSpPr>
            <a:spLocks noGrp="1"/>
          </p:cNvSpPr>
          <p:nvPr>
            <p:ph sz="quarter" idx="16"/>
          </p:nvPr>
        </p:nvSpPr>
        <p:spPr>
          <a:xfrm>
            <a:off x="6400191" y="470641"/>
            <a:ext cx="5220309" cy="59167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1E8CB484-5390-4B2F-9BFB-D0733BEE88A5}"/>
              </a:ext>
            </a:extLst>
          </p:cNvPr>
          <p:cNvGrpSpPr/>
          <p:nvPr userDrawn="1"/>
        </p:nvGrpSpPr>
        <p:grpSpPr>
          <a:xfrm>
            <a:off x="657060" y="435124"/>
            <a:ext cx="5134751" cy="6215741"/>
            <a:chOff x="252031" y="391887"/>
            <a:chExt cx="7433283" cy="6215741"/>
          </a:xfrm>
        </p:grpSpPr>
        <p:sp>
          <p:nvSpPr>
            <p:cNvPr id="24" name="Rectangle 23">
              <a:extLst>
                <a:ext uri="{FF2B5EF4-FFF2-40B4-BE49-F238E27FC236}">
                  <a16:creationId xmlns:a16="http://schemas.microsoft.com/office/drawing/2014/main" id="{A8354BDC-9788-4AB5-A841-99D95C68804F}"/>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6778BD9-B865-4156-B319-6A8242F0D4D5}"/>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AEB70006-7799-4F63-912B-45662CE14500}"/>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599167" y="1099002"/>
            <a:ext cx="4226024" cy="573989"/>
          </a:xfrm>
        </p:spPr>
        <p:txBody>
          <a:bodyPr lIns="0" rIns="0">
            <a:noAutofit/>
          </a:bodyPr>
          <a:lstStyle>
            <a:lvl1pPr>
              <a:defRPr sz="3200" b="1" spc="0">
                <a:solidFill>
                  <a:schemeClr val="bg1"/>
                </a:solidFill>
                <a:latin typeface="+mj-lt"/>
              </a:defRPr>
            </a:lvl1pPr>
          </a:lstStyle>
          <a:p>
            <a:r>
              <a:rPr lang="en-US" dirty="0"/>
              <a:t>CLICK TO EDIT MASTER</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599167" y="2145234"/>
            <a:ext cx="4226024" cy="3857329"/>
          </a:xfrm>
        </p:spPr>
        <p:txBody>
          <a:bodyPr lIns="0" rIns="0">
            <a:normAutofit/>
          </a:bodyPr>
          <a:lstStyle>
            <a:lvl1pPr>
              <a:lnSpc>
                <a:spcPct val="150000"/>
              </a:lnSpc>
              <a:defRPr sz="1600">
                <a:solidFill>
                  <a:schemeClr val="bg1"/>
                </a:solidFill>
              </a:defRPr>
            </a:lvl1pPr>
            <a:lvl2pPr>
              <a:lnSpc>
                <a:spcPct val="150000"/>
              </a:lnSpc>
              <a:defRPr sz="1600">
                <a:solidFill>
                  <a:schemeClr val="bg1"/>
                </a:solidFill>
              </a:defRPr>
            </a:lvl2pPr>
            <a:lvl3pPr>
              <a:lnSpc>
                <a:spcPct val="150000"/>
              </a:lnSpc>
              <a:defRPr sz="1400">
                <a:solidFill>
                  <a:schemeClr val="bg1"/>
                </a:solidFill>
              </a:defRPr>
            </a:lvl3pPr>
            <a:lvl4pPr>
              <a:lnSpc>
                <a:spcPct val="150000"/>
              </a:lnSpc>
              <a:defRPr sz="1200">
                <a:solidFill>
                  <a:schemeClr val="bg1"/>
                </a:solidFill>
              </a:defRPr>
            </a:lvl4pPr>
            <a:lvl5pPr>
              <a:lnSpc>
                <a:spcPct val="150000"/>
              </a:lnSpc>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a:extLst>
              <a:ext uri="{FF2B5EF4-FFF2-40B4-BE49-F238E27FC236}">
                <a16:creationId xmlns:a16="http://schemas.microsoft.com/office/drawing/2014/main" id="{6CAAB964-0A56-4842-AA82-7610F726CD14}"/>
              </a:ext>
            </a:extLst>
          </p:cNvPr>
          <p:cNvSpPr>
            <a:spLocks noGrp="1"/>
          </p:cNvSpPr>
          <p:nvPr>
            <p:ph type="body" idx="13" hasCustomPrompt="1"/>
          </p:nvPr>
        </p:nvSpPr>
        <p:spPr>
          <a:xfrm>
            <a:off x="611804" y="1737564"/>
            <a:ext cx="4197802" cy="407670"/>
          </a:xfrm>
        </p:spPr>
        <p:txBody>
          <a:bodyPr lIns="0" rIns="0">
            <a:noAutofit/>
          </a:bodyPr>
          <a:lstStyle>
            <a:lvl1pPr marL="0" indent="0">
              <a:buNone/>
              <a:defRPr sz="2000" spc="6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STYLES</a:t>
            </a:r>
          </a:p>
        </p:txBody>
      </p:sp>
      <p:sp>
        <p:nvSpPr>
          <p:cNvPr id="4" name="Footer Placeholder 3">
            <a:extLst>
              <a:ext uri="{FF2B5EF4-FFF2-40B4-BE49-F238E27FC236}">
                <a16:creationId xmlns:a16="http://schemas.microsoft.com/office/drawing/2014/main" id="{15311BA1-4F61-4FA7-9C20-685B3689CAEF}"/>
              </a:ext>
            </a:extLst>
          </p:cNvPr>
          <p:cNvSpPr>
            <a:spLocks noGrp="1"/>
          </p:cNvSpPr>
          <p:nvPr>
            <p:ph type="ftr" sz="quarter" idx="17"/>
          </p:nvPr>
        </p:nvSpPr>
        <p:spPr/>
        <p:txBody>
          <a:bodyPr/>
          <a:lstStyle/>
          <a:p>
            <a:r>
              <a:rPr lang="en-US"/>
              <a:t>Author: Joseph Wachira</a:t>
            </a:r>
            <a:endParaRPr lang="en-US" dirty="0"/>
          </a:p>
        </p:txBody>
      </p:sp>
      <p:sp>
        <p:nvSpPr>
          <p:cNvPr id="8" name="Slide Number Placeholder 7">
            <a:extLst>
              <a:ext uri="{FF2B5EF4-FFF2-40B4-BE49-F238E27FC236}">
                <a16:creationId xmlns:a16="http://schemas.microsoft.com/office/drawing/2014/main" id="{8EF357A5-40C6-41A4-B1BE-0AF78D459AC3}"/>
              </a:ext>
            </a:extLst>
          </p:cNvPr>
          <p:cNvSpPr>
            <a:spLocks noGrp="1"/>
          </p:cNvSpPr>
          <p:nvPr>
            <p:ph type="sldNum" sz="quarter" idx="18"/>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28927893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46D6A0C-E2C3-43CB-83D0-B5F6221079CA}"/>
              </a:ext>
            </a:extLst>
          </p:cNvPr>
          <p:cNvGrpSpPr/>
          <p:nvPr userDrawn="1"/>
        </p:nvGrpSpPr>
        <p:grpSpPr>
          <a:xfrm flipH="1">
            <a:off x="2076202" y="1374276"/>
            <a:ext cx="7324426" cy="3883523"/>
            <a:chOff x="252031" y="-22763"/>
            <a:chExt cx="7324426" cy="7269964"/>
          </a:xfrm>
        </p:grpSpPr>
        <p:sp>
          <p:nvSpPr>
            <p:cNvPr id="16" name="Rectangle 15">
              <a:extLst>
                <a:ext uri="{FF2B5EF4-FFF2-40B4-BE49-F238E27FC236}">
                  <a16:creationId xmlns:a16="http://schemas.microsoft.com/office/drawing/2014/main" id="{EDC96296-0FBF-47A5-9D6A-5D9BB647A4D7}"/>
                </a:ext>
              </a:extLst>
            </p:cNvPr>
            <p:cNvSpPr/>
            <p:nvPr userDrawn="1"/>
          </p:nvSpPr>
          <p:spPr>
            <a:xfrm>
              <a:off x="979714" y="1181211"/>
              <a:ext cx="6117771" cy="6065990"/>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997D03F-0BE2-458F-92A2-4FE73B0FBF51}"/>
                </a:ext>
              </a:extLst>
            </p:cNvPr>
            <p:cNvSpPr/>
            <p:nvPr userDrawn="1"/>
          </p:nvSpPr>
          <p:spPr>
            <a:xfrm>
              <a:off x="500743" y="-22763"/>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3F17719-10FE-433E-9CCC-4509DE17F22A}"/>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0DE73F1A-AAF0-4EB4-8DF0-C152BD93C69B}"/>
              </a:ext>
            </a:extLst>
          </p:cNvPr>
          <p:cNvSpPr>
            <a:spLocks noGrp="1"/>
          </p:cNvSpPr>
          <p:nvPr>
            <p:ph type="ctrTitle" hasCustomPrompt="1"/>
          </p:nvPr>
        </p:nvSpPr>
        <p:spPr>
          <a:xfrm>
            <a:off x="2791372" y="2238426"/>
            <a:ext cx="6609256" cy="1508126"/>
          </a:xfrm>
        </p:spPr>
        <p:txBody>
          <a:bodyPr anchor="b">
            <a:normAutofit/>
          </a:bodyPr>
          <a:lstStyle>
            <a:lvl1pPr algn="ctr">
              <a:defRPr sz="4400" b="1">
                <a:solidFill>
                  <a:schemeClr val="bg1"/>
                </a:solidFill>
                <a:latin typeface="+mj-lt"/>
              </a:defRPr>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A3075AE6-92D3-4205-B268-E1AD6C5901DE}"/>
              </a:ext>
            </a:extLst>
          </p:cNvPr>
          <p:cNvSpPr>
            <a:spLocks noGrp="1"/>
          </p:cNvSpPr>
          <p:nvPr>
            <p:ph type="subTitle" idx="1"/>
          </p:nvPr>
        </p:nvSpPr>
        <p:spPr>
          <a:xfrm>
            <a:off x="2791372" y="3838627"/>
            <a:ext cx="6609256" cy="450503"/>
          </a:xfrm>
        </p:spPr>
        <p:txBody>
          <a:bodyPr/>
          <a:lstStyle>
            <a:lvl1pPr marL="0" indent="0" algn="ctr">
              <a:buNone/>
              <a:defRPr sz="2400" spc="3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4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BF3BF7F-F094-497C-9310-2FE8B059E82B}"/>
              </a:ext>
            </a:extLst>
          </p:cNvPr>
          <p:cNvGrpSpPr/>
          <p:nvPr userDrawn="1"/>
        </p:nvGrpSpPr>
        <p:grpSpPr>
          <a:xfrm flipH="1" flipV="1">
            <a:off x="3581400" y="451189"/>
            <a:ext cx="5276606" cy="5768636"/>
            <a:chOff x="883522" y="408327"/>
            <a:chExt cx="5276606" cy="5768636"/>
          </a:xfrm>
        </p:grpSpPr>
        <p:sp>
          <p:nvSpPr>
            <p:cNvPr id="15" name="Rectangle 14">
              <a:extLst>
                <a:ext uri="{FF2B5EF4-FFF2-40B4-BE49-F238E27FC236}">
                  <a16:creationId xmlns:a16="http://schemas.microsoft.com/office/drawing/2014/main" id="{2D49E498-4E90-44A2-B49F-157DFF9E8581}"/>
                </a:ext>
              </a:extLst>
            </p:cNvPr>
            <p:cNvSpPr/>
            <p:nvPr/>
          </p:nvSpPr>
          <p:spPr>
            <a:xfrm>
              <a:off x="1808217" y="1403690"/>
              <a:ext cx="4351911" cy="4773273"/>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2D9F108-8C30-4BEC-8122-BE26326444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938" y="1088572"/>
              <a:ext cx="4572000" cy="4572000"/>
            </a:xfrm>
            <a:prstGeom prst="rect">
              <a:avLst/>
            </a:prstGeom>
          </p:spPr>
        </p:pic>
        <p:sp>
          <p:nvSpPr>
            <p:cNvPr id="16" name="Rectangle 15">
              <a:extLst>
                <a:ext uri="{FF2B5EF4-FFF2-40B4-BE49-F238E27FC236}">
                  <a16:creationId xmlns:a16="http://schemas.microsoft.com/office/drawing/2014/main" id="{FAB546B5-7C56-40DD-B1DF-AE850DE5FDB3}"/>
                </a:ext>
              </a:extLst>
            </p:cNvPr>
            <p:cNvSpPr/>
            <p:nvPr/>
          </p:nvSpPr>
          <p:spPr>
            <a:xfrm>
              <a:off x="883522" y="408327"/>
              <a:ext cx="4351911" cy="4773273"/>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itle 1">
            <a:extLst>
              <a:ext uri="{FF2B5EF4-FFF2-40B4-BE49-F238E27FC236}">
                <a16:creationId xmlns:a16="http://schemas.microsoft.com/office/drawing/2014/main" id="{4C30FD01-9DD8-4ECA-AC52-7C41002A99B3}"/>
              </a:ext>
            </a:extLst>
          </p:cNvPr>
          <p:cNvSpPr>
            <a:spLocks noGrp="1"/>
          </p:cNvSpPr>
          <p:nvPr>
            <p:ph type="title"/>
          </p:nvPr>
        </p:nvSpPr>
        <p:spPr>
          <a:xfrm>
            <a:off x="4506095" y="1742989"/>
            <a:ext cx="4351911" cy="3352800"/>
          </a:xfrm>
        </p:spPr>
        <p:txBody>
          <a:bodyPr>
            <a:normAutofit/>
          </a:bodyPr>
          <a:lstStyle>
            <a:lvl1pPr algn="ctr">
              <a:defRPr sz="4400" b="1" spc="300">
                <a:solidFill>
                  <a:schemeClr val="bg1"/>
                </a:solidFill>
                <a:latin typeface="+mj-lt"/>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C5F17219-39C2-44C1-BFC9-BA0D7ACD78D1}"/>
              </a:ext>
            </a:extLst>
          </p:cNvPr>
          <p:cNvSpPr>
            <a:spLocks noGrp="1"/>
          </p:cNvSpPr>
          <p:nvPr>
            <p:ph type="ftr" sz="quarter" idx="16"/>
          </p:nvPr>
        </p:nvSpPr>
        <p:spPr/>
        <p:txBody>
          <a:bodyPr/>
          <a:lstStyle/>
          <a:p>
            <a:r>
              <a:rPr lang="en-US"/>
              <a:t>Author: Joseph Wachira</a:t>
            </a:r>
            <a:endParaRPr lang="en-US" dirty="0"/>
          </a:p>
        </p:txBody>
      </p:sp>
      <p:sp>
        <p:nvSpPr>
          <p:cNvPr id="3" name="Slide Number Placeholder 2">
            <a:extLst>
              <a:ext uri="{FF2B5EF4-FFF2-40B4-BE49-F238E27FC236}">
                <a16:creationId xmlns:a16="http://schemas.microsoft.com/office/drawing/2014/main" id="{5087118E-1B0A-407B-BDCE-B343BC9F92E9}"/>
              </a:ext>
            </a:extLst>
          </p:cNvPr>
          <p:cNvSpPr>
            <a:spLocks noGrp="1"/>
          </p:cNvSpPr>
          <p:nvPr>
            <p:ph type="sldNum" sz="quarter" idx="17"/>
          </p:nvPr>
        </p:nvSpPr>
        <p:spPr/>
        <p:txBody>
          <a:bodyPr/>
          <a:lstStyle/>
          <a:p>
            <a:fld id="{8C2E478F-E849-4A8C-AF1F-CBCC78A7CBFA}" type="slidenum">
              <a:rPr lang="en-US" smtClean="0"/>
              <a:pPr/>
              <a:t>‹#›</a:t>
            </a:fld>
            <a:endParaRPr lang="en-US" dirty="0"/>
          </a:p>
        </p:txBody>
      </p:sp>
      <p:sp>
        <p:nvSpPr>
          <p:cNvPr id="11" name="Text Placeholder 2">
            <a:extLst>
              <a:ext uri="{FF2B5EF4-FFF2-40B4-BE49-F238E27FC236}">
                <a16:creationId xmlns:a16="http://schemas.microsoft.com/office/drawing/2014/main" id="{CEC8E835-7291-427D-948E-B544E36AD129}"/>
              </a:ext>
            </a:extLst>
          </p:cNvPr>
          <p:cNvSpPr>
            <a:spLocks noGrp="1"/>
          </p:cNvSpPr>
          <p:nvPr>
            <p:ph type="body" idx="1" hasCustomPrompt="1"/>
          </p:nvPr>
        </p:nvSpPr>
        <p:spPr>
          <a:xfrm>
            <a:off x="4506094" y="4127455"/>
            <a:ext cx="4351911" cy="296437"/>
          </a:xfrm>
        </p:spPr>
        <p:txBody>
          <a:bodyPr vert="horz" lIns="91440" tIns="45720" rIns="91440" bIns="45720" rtlCol="0">
            <a:noAutofit/>
          </a:bodyPr>
          <a:lstStyle>
            <a:lvl1pPr marL="0" indent="0">
              <a:buNone/>
              <a:defRPr lang="en-US" sz="2000" cap="all" spc="600" baseline="0">
                <a:latin typeface="+mj-lt"/>
              </a:defRPr>
            </a:lvl1pPr>
          </a:lstStyle>
          <a:p>
            <a:pPr marL="228600" lvl="0" indent="-228600" algn="ctr"/>
            <a:r>
              <a:rPr lang="en-US" dirty="0"/>
              <a:t>EDIT MASTER TEXT STYLES</a:t>
            </a:r>
          </a:p>
        </p:txBody>
      </p:sp>
    </p:spTree>
    <p:extLst>
      <p:ext uri="{BB962C8B-B14F-4D97-AF65-F5344CB8AC3E}">
        <p14:creationId xmlns:p14="http://schemas.microsoft.com/office/powerpoint/2010/main" val="80800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EDCBFD0-7AE5-4346-AD3A-01F956626091}"/>
              </a:ext>
            </a:extLst>
          </p:cNvPr>
          <p:cNvSpPr/>
          <p:nvPr userDrawn="1"/>
        </p:nvSpPr>
        <p:spPr>
          <a:xfrm>
            <a:off x="4430484" y="0"/>
            <a:ext cx="2873833" cy="5426414"/>
          </a:xfrm>
          <a:prstGeom prst="rect">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1F4A2F-9480-4E94-806C-5D65C71DFB9F}"/>
              </a:ext>
            </a:extLst>
          </p:cNvPr>
          <p:cNvSpPr>
            <a:spLocks noGrp="1"/>
          </p:cNvSpPr>
          <p:nvPr>
            <p:ph type="title"/>
          </p:nvPr>
        </p:nvSpPr>
        <p:spPr>
          <a:xfrm>
            <a:off x="595884" y="0"/>
            <a:ext cx="3834596" cy="1124404"/>
          </a:xfrm>
        </p:spPr>
        <p:txBody>
          <a:bodyPr>
            <a:noAutofit/>
          </a:bodyPr>
          <a:lstStyle>
            <a:lvl1pPr>
              <a:defRPr sz="2800"/>
            </a:lvl1pPr>
          </a:lstStyle>
          <a:p>
            <a:r>
              <a:rPr lang="en-US"/>
              <a:t>Click to edit Master title style</a:t>
            </a:r>
          </a:p>
        </p:txBody>
      </p:sp>
      <p:sp>
        <p:nvSpPr>
          <p:cNvPr id="17" name="Rectangle 16">
            <a:extLst>
              <a:ext uri="{FF2B5EF4-FFF2-40B4-BE49-F238E27FC236}">
                <a16:creationId xmlns:a16="http://schemas.microsoft.com/office/drawing/2014/main" id="{CC3A4379-5E89-42FE-AA5C-BEA0CDFCDD6F}"/>
              </a:ext>
            </a:extLst>
          </p:cNvPr>
          <p:cNvSpPr/>
          <p:nvPr userDrawn="1"/>
        </p:nvSpPr>
        <p:spPr>
          <a:xfrm>
            <a:off x="4887684" y="1431586"/>
            <a:ext cx="2873833"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750DA028-023B-4883-9A48-70FD7A2E5226}"/>
              </a:ext>
            </a:extLst>
          </p:cNvPr>
          <p:cNvSpPr>
            <a:spLocks noGrp="1"/>
          </p:cNvSpPr>
          <p:nvPr>
            <p:ph type="ftr" sz="quarter" idx="16"/>
          </p:nvPr>
        </p:nvSpPr>
        <p:spPr/>
        <p:txBody>
          <a:bodyPr/>
          <a:lstStyle/>
          <a:p>
            <a:r>
              <a:rPr lang="en-US"/>
              <a:t>Author: Joseph Wachira</a:t>
            </a:r>
            <a:endParaRPr lang="en-US" dirty="0"/>
          </a:p>
        </p:txBody>
      </p:sp>
      <p:sp>
        <p:nvSpPr>
          <p:cNvPr id="13" name="Rectangle 12">
            <a:extLst>
              <a:ext uri="{FF2B5EF4-FFF2-40B4-BE49-F238E27FC236}">
                <a16:creationId xmlns:a16="http://schemas.microsoft.com/office/drawing/2014/main" id="{7EA625CC-388D-4655-BFA6-2CC4FD9E889D}"/>
              </a:ext>
            </a:extLst>
          </p:cNvPr>
          <p:cNvSpPr/>
          <p:nvPr userDrawn="1"/>
        </p:nvSpPr>
        <p:spPr>
          <a:xfrm>
            <a:off x="4659081" y="447789"/>
            <a:ext cx="2873833" cy="59579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492AA6DE-6D7A-4135-8B9F-99A91527F21D}"/>
              </a:ext>
            </a:extLst>
          </p:cNvPr>
          <p:cNvSpPr>
            <a:spLocks noGrp="1"/>
          </p:cNvSpPr>
          <p:nvPr>
            <p:ph type="sldNum" sz="quarter" idx="17"/>
          </p:nvPr>
        </p:nvSpPr>
        <p:spPr/>
        <p:txBody>
          <a:bodyPr/>
          <a:lstStyle/>
          <a:p>
            <a:fld id="{8C2E478F-E849-4A8C-AF1F-CBCC78A7CBFA}" type="slidenum">
              <a:rPr lang="en-US" smtClean="0"/>
              <a:pPr/>
              <a:t>‹#›</a:t>
            </a:fld>
            <a:endParaRPr lang="en-US" dirty="0"/>
          </a:p>
        </p:txBody>
      </p:sp>
      <p:sp>
        <p:nvSpPr>
          <p:cNvPr id="16" name="Content Placeholder 2">
            <a:extLst>
              <a:ext uri="{FF2B5EF4-FFF2-40B4-BE49-F238E27FC236}">
                <a16:creationId xmlns:a16="http://schemas.microsoft.com/office/drawing/2014/main" id="{E20B4D13-5F10-4886-AF0F-09B6ABB5C3BF}"/>
              </a:ext>
            </a:extLst>
          </p:cNvPr>
          <p:cNvSpPr>
            <a:spLocks noGrp="1"/>
          </p:cNvSpPr>
          <p:nvPr>
            <p:ph sz="half" idx="1"/>
          </p:nvPr>
        </p:nvSpPr>
        <p:spPr>
          <a:xfrm>
            <a:off x="571500" y="1431586"/>
            <a:ext cx="3467099" cy="4361203"/>
          </a:xfrm>
        </p:spPr>
        <p:txBody>
          <a:bodyPr vert="horz" lIns="91440" tIns="45720" rIns="91440" bIns="45720" rtlCol="0">
            <a:normAutofit/>
          </a:bodyPr>
          <a:lstStyle>
            <a:lvl1pPr>
              <a:defRPr lang="en-US" sz="1600" dirty="0"/>
            </a:lvl1pPr>
            <a:lvl2pPr>
              <a:defRPr lang="en-US" sz="1400" dirty="0"/>
            </a:lvl2pPr>
            <a:lvl3pPr>
              <a:defRPr lang="en-US" sz="1200" dirty="0"/>
            </a:lvl3pPr>
            <a:lvl4pPr>
              <a:defRPr lang="en-US" sz="1100" dirty="0"/>
            </a:lvl4pPr>
            <a:lvl5pPr>
              <a:defRPr lang="en-US" sz="1100" dirty="0"/>
            </a:lvl5pPr>
          </a:lstStyle>
          <a:p>
            <a:pPr lvl="0">
              <a:lnSpc>
                <a:spcPct val="150000"/>
              </a:lnSpc>
            </a:pPr>
            <a:r>
              <a:rPr lang="en-US"/>
              <a:t>Edit Master text styles</a:t>
            </a:r>
          </a:p>
          <a:p>
            <a:pPr lvl="1">
              <a:lnSpc>
                <a:spcPct val="150000"/>
              </a:lnSpc>
            </a:pPr>
            <a:r>
              <a:rPr lang="en-US"/>
              <a:t>Second level</a:t>
            </a:r>
          </a:p>
          <a:p>
            <a:pPr lvl="2">
              <a:lnSpc>
                <a:spcPct val="150000"/>
              </a:lnSpc>
            </a:pPr>
            <a:r>
              <a:rPr lang="en-US"/>
              <a:t>Third level</a:t>
            </a:r>
          </a:p>
          <a:p>
            <a:pPr lvl="3">
              <a:lnSpc>
                <a:spcPct val="150000"/>
              </a:lnSpc>
            </a:pPr>
            <a:r>
              <a:rPr lang="en-US"/>
              <a:t>Fourth level</a:t>
            </a:r>
          </a:p>
          <a:p>
            <a:pPr lvl="4">
              <a:lnSpc>
                <a:spcPct val="150000"/>
              </a:lnSpc>
            </a:pPr>
            <a:r>
              <a:rPr lang="en-US"/>
              <a:t>Fifth level</a:t>
            </a:r>
            <a:endParaRPr lang="en-US" dirty="0"/>
          </a:p>
        </p:txBody>
      </p:sp>
      <p:sp>
        <p:nvSpPr>
          <p:cNvPr id="19" name="Content Placeholder 3">
            <a:extLst>
              <a:ext uri="{FF2B5EF4-FFF2-40B4-BE49-F238E27FC236}">
                <a16:creationId xmlns:a16="http://schemas.microsoft.com/office/drawing/2014/main" id="{EE7BCAD4-8DB6-482F-8DC0-F6D653F92219}"/>
              </a:ext>
            </a:extLst>
          </p:cNvPr>
          <p:cNvSpPr>
            <a:spLocks noGrp="1"/>
          </p:cNvSpPr>
          <p:nvPr>
            <p:ph sz="half" idx="2"/>
          </p:nvPr>
        </p:nvSpPr>
        <p:spPr>
          <a:xfrm>
            <a:off x="8153394" y="1431586"/>
            <a:ext cx="3467106" cy="4361203"/>
          </a:xfrm>
        </p:spPr>
        <p:txBody>
          <a:bodyPr vert="horz" lIns="91440" tIns="45720" rIns="91440" bIns="45720" rtlCol="0">
            <a:normAutofit/>
          </a:bodyPr>
          <a:lstStyle>
            <a:lvl1pPr>
              <a:defRPr lang="en-US" sz="1600" dirty="0"/>
            </a:lvl1pPr>
            <a:lvl2pPr>
              <a:defRPr lang="en-US" sz="1400" dirty="0"/>
            </a:lvl2pPr>
            <a:lvl3pPr>
              <a:defRPr lang="en-US" sz="1200" dirty="0"/>
            </a:lvl3pPr>
            <a:lvl4pPr>
              <a:defRPr lang="en-US" sz="1100" dirty="0"/>
            </a:lvl4pPr>
            <a:lvl5pPr>
              <a:defRPr lang="en-US" sz="1100" dirty="0"/>
            </a:lvl5pPr>
          </a:lstStyle>
          <a:p>
            <a:pPr lvl="0">
              <a:lnSpc>
                <a:spcPct val="150000"/>
              </a:lnSpc>
            </a:pPr>
            <a:r>
              <a:rPr lang="en-US"/>
              <a:t>Edit Master text styles</a:t>
            </a:r>
          </a:p>
          <a:p>
            <a:pPr lvl="1">
              <a:lnSpc>
                <a:spcPct val="150000"/>
              </a:lnSpc>
            </a:pPr>
            <a:r>
              <a:rPr lang="en-US"/>
              <a:t>Second level</a:t>
            </a:r>
          </a:p>
          <a:p>
            <a:pPr lvl="2">
              <a:lnSpc>
                <a:spcPct val="150000"/>
              </a:lnSpc>
            </a:pPr>
            <a:r>
              <a:rPr lang="en-US"/>
              <a:t>Third level</a:t>
            </a:r>
          </a:p>
          <a:p>
            <a:pPr lvl="3">
              <a:lnSpc>
                <a:spcPct val="150000"/>
              </a:lnSpc>
            </a:pPr>
            <a:r>
              <a:rPr lang="en-US"/>
              <a:t>Fourth level</a:t>
            </a:r>
          </a:p>
          <a:p>
            <a:pPr lvl="4">
              <a:lnSpc>
                <a:spcPct val="150000"/>
              </a:lnSpc>
            </a:pPr>
            <a:r>
              <a:rPr lang="en-US"/>
              <a:t>Fifth level</a:t>
            </a:r>
            <a:endParaRPr lang="en-US" dirty="0"/>
          </a:p>
        </p:txBody>
      </p:sp>
    </p:spTree>
    <p:extLst>
      <p:ext uri="{BB962C8B-B14F-4D97-AF65-F5344CB8AC3E}">
        <p14:creationId xmlns:p14="http://schemas.microsoft.com/office/powerpoint/2010/main" val="3815244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38A5A1-070F-43C9-B2D5-C557B0D72B9C}"/>
              </a:ext>
            </a:extLst>
          </p:cNvPr>
          <p:cNvSpPr>
            <a:spLocks noGrp="1"/>
          </p:cNvSpPr>
          <p:nvPr>
            <p:ph type="body" idx="1"/>
          </p:nvPr>
        </p:nvSpPr>
        <p:spPr>
          <a:xfrm>
            <a:off x="573882" y="1061132"/>
            <a:ext cx="3464717" cy="823912"/>
          </a:xfrm>
          <a:ln>
            <a:noFill/>
          </a:ln>
        </p:spPr>
        <p:txBody>
          <a:bodyPr anchor="ctr"/>
          <a:lstStyle>
            <a:lvl1pPr marL="0" indent="0" algn="ctr">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ECCBEC1-2F48-4E90-ADF0-BEE2B9E477B0}"/>
              </a:ext>
            </a:extLst>
          </p:cNvPr>
          <p:cNvSpPr>
            <a:spLocks noGrp="1"/>
          </p:cNvSpPr>
          <p:nvPr>
            <p:ph sz="half" idx="2"/>
          </p:nvPr>
        </p:nvSpPr>
        <p:spPr>
          <a:xfrm>
            <a:off x="573882" y="2108201"/>
            <a:ext cx="3464717" cy="3684588"/>
          </a:xfrm>
        </p:spPr>
        <p:txBody>
          <a:bodyPr>
            <a:normAutofit/>
          </a:bodyPr>
          <a:lstStyle>
            <a:lvl1pPr>
              <a:lnSpc>
                <a:spcPct val="150000"/>
              </a:lnSpc>
              <a:defRPr sz="1600">
                <a:solidFill>
                  <a:schemeClr val="bg1"/>
                </a:solidFill>
              </a:defRPr>
            </a:lvl1pPr>
            <a:lvl2pPr>
              <a:lnSpc>
                <a:spcPct val="150000"/>
              </a:lnSpc>
              <a:defRPr sz="1400">
                <a:solidFill>
                  <a:schemeClr val="bg1"/>
                </a:solidFill>
              </a:defRPr>
            </a:lvl2pPr>
            <a:lvl3pPr>
              <a:lnSpc>
                <a:spcPct val="150000"/>
              </a:lnSpc>
              <a:defRPr sz="1200">
                <a:solidFill>
                  <a:schemeClr val="bg1"/>
                </a:solidFill>
              </a:defRPr>
            </a:lvl3pPr>
            <a:lvl4pPr>
              <a:lnSpc>
                <a:spcPct val="150000"/>
              </a:lnSpc>
              <a:defRPr sz="1100">
                <a:solidFill>
                  <a:schemeClr val="bg1"/>
                </a:solidFill>
              </a:defRPr>
            </a:lvl4pPr>
            <a:lvl5pPr>
              <a:lnSpc>
                <a:spcPct val="150000"/>
              </a:lnSpc>
              <a:defRPr sz="11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Rectangle 17">
            <a:extLst>
              <a:ext uri="{FF2B5EF4-FFF2-40B4-BE49-F238E27FC236}">
                <a16:creationId xmlns:a16="http://schemas.microsoft.com/office/drawing/2014/main" id="{6EDCBFD0-7AE5-4346-AD3A-01F956626091}"/>
              </a:ext>
            </a:extLst>
          </p:cNvPr>
          <p:cNvSpPr/>
          <p:nvPr userDrawn="1"/>
        </p:nvSpPr>
        <p:spPr>
          <a:xfrm>
            <a:off x="4430484" y="0"/>
            <a:ext cx="2873833" cy="5426414"/>
          </a:xfrm>
          <a:prstGeom prst="rect">
            <a:avLst/>
          </a:prstGeom>
          <a:noFill/>
          <a:ln w="889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1F4A2F-9480-4E94-806C-5D65C71DFB9F}"/>
              </a:ext>
            </a:extLst>
          </p:cNvPr>
          <p:cNvSpPr>
            <a:spLocks noGrp="1"/>
          </p:cNvSpPr>
          <p:nvPr>
            <p:ph type="title"/>
          </p:nvPr>
        </p:nvSpPr>
        <p:spPr>
          <a:xfrm>
            <a:off x="595884" y="0"/>
            <a:ext cx="3834596" cy="1124404"/>
          </a:xfrm>
        </p:spPr>
        <p:txBody>
          <a:bodyPr>
            <a:noAutofit/>
          </a:bodyPr>
          <a:lstStyle>
            <a:lvl1pPr>
              <a:defRPr sz="2800"/>
            </a:lvl1pPr>
          </a:lstStyle>
          <a:p>
            <a:r>
              <a:rPr lang="en-US"/>
              <a:t>Click to edit Master title style</a:t>
            </a:r>
          </a:p>
        </p:txBody>
      </p:sp>
      <p:sp>
        <p:nvSpPr>
          <p:cNvPr id="17" name="Rectangle 16">
            <a:extLst>
              <a:ext uri="{FF2B5EF4-FFF2-40B4-BE49-F238E27FC236}">
                <a16:creationId xmlns:a16="http://schemas.microsoft.com/office/drawing/2014/main" id="{CC3A4379-5E89-42FE-AA5C-BEA0CDFCDD6F}"/>
              </a:ext>
            </a:extLst>
          </p:cNvPr>
          <p:cNvSpPr/>
          <p:nvPr userDrawn="1"/>
        </p:nvSpPr>
        <p:spPr>
          <a:xfrm>
            <a:off x="4887684" y="1431586"/>
            <a:ext cx="2873833"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750DA028-023B-4883-9A48-70FD7A2E5226}"/>
              </a:ext>
            </a:extLst>
          </p:cNvPr>
          <p:cNvSpPr>
            <a:spLocks noGrp="1"/>
          </p:cNvSpPr>
          <p:nvPr>
            <p:ph type="ftr" sz="quarter" idx="16"/>
          </p:nvPr>
        </p:nvSpPr>
        <p:spPr/>
        <p:txBody>
          <a:bodyPr/>
          <a:lstStyle/>
          <a:p>
            <a:r>
              <a:rPr lang="en-US"/>
              <a:t>Author: Joseph Wachira</a:t>
            </a:r>
            <a:endParaRPr lang="en-US" dirty="0"/>
          </a:p>
        </p:txBody>
      </p:sp>
      <p:sp>
        <p:nvSpPr>
          <p:cNvPr id="13" name="Rectangle 12">
            <a:extLst>
              <a:ext uri="{FF2B5EF4-FFF2-40B4-BE49-F238E27FC236}">
                <a16:creationId xmlns:a16="http://schemas.microsoft.com/office/drawing/2014/main" id="{7EA625CC-388D-4655-BFA6-2CC4FD9E889D}"/>
              </a:ext>
            </a:extLst>
          </p:cNvPr>
          <p:cNvSpPr/>
          <p:nvPr userDrawn="1"/>
        </p:nvSpPr>
        <p:spPr>
          <a:xfrm>
            <a:off x="4659081" y="447789"/>
            <a:ext cx="2873833" cy="59579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492AA6DE-6D7A-4135-8B9F-99A91527F21D}"/>
              </a:ext>
            </a:extLst>
          </p:cNvPr>
          <p:cNvSpPr>
            <a:spLocks noGrp="1"/>
          </p:cNvSpPr>
          <p:nvPr>
            <p:ph type="sldNum" sz="quarter" idx="17"/>
          </p:nvPr>
        </p:nvSpPr>
        <p:spPr/>
        <p:txBody>
          <a:bodyPr/>
          <a:lstStyle/>
          <a:p>
            <a:fld id="{8C2E478F-E849-4A8C-AF1F-CBCC78A7CBFA}" type="slidenum">
              <a:rPr lang="en-US" smtClean="0"/>
              <a:pPr/>
              <a:t>‹#›</a:t>
            </a:fld>
            <a:endParaRPr lang="en-US" dirty="0"/>
          </a:p>
        </p:txBody>
      </p:sp>
      <p:sp>
        <p:nvSpPr>
          <p:cNvPr id="14" name="Text Placeholder 4">
            <a:extLst>
              <a:ext uri="{FF2B5EF4-FFF2-40B4-BE49-F238E27FC236}">
                <a16:creationId xmlns:a16="http://schemas.microsoft.com/office/drawing/2014/main" id="{17A78D63-E00C-4155-A5B2-B3431A09ACB4}"/>
              </a:ext>
            </a:extLst>
          </p:cNvPr>
          <p:cNvSpPr>
            <a:spLocks noGrp="1"/>
          </p:cNvSpPr>
          <p:nvPr>
            <p:ph type="body" sz="quarter" idx="3"/>
          </p:nvPr>
        </p:nvSpPr>
        <p:spPr>
          <a:xfrm>
            <a:off x="8153395" y="1061132"/>
            <a:ext cx="3464721" cy="823912"/>
          </a:xfrm>
          <a:ln>
            <a:noFill/>
          </a:ln>
        </p:spPr>
        <p:txBody>
          <a:bodyPr vert="horz" lIns="91440" tIns="45720" rIns="91440" bIns="45720" rtlCol="0" anchor="ctr">
            <a:normAutofit/>
          </a:bodyPr>
          <a:lstStyle>
            <a:lvl1pPr marL="0" indent="0">
              <a:buNone/>
              <a:defRPr lang="en-US" sz="2400" b="1" dirty="0">
                <a:latin typeface="+mj-lt"/>
              </a:defRPr>
            </a:lvl1pPr>
          </a:lstStyle>
          <a:p>
            <a:pPr marL="228600" lvl="0" indent="-228600" algn="ctr"/>
            <a:r>
              <a:rPr lang="en-US"/>
              <a:t>Edit Master text styles</a:t>
            </a:r>
          </a:p>
        </p:txBody>
      </p:sp>
      <p:sp>
        <p:nvSpPr>
          <p:cNvPr id="15" name="Content Placeholder 5">
            <a:extLst>
              <a:ext uri="{FF2B5EF4-FFF2-40B4-BE49-F238E27FC236}">
                <a16:creationId xmlns:a16="http://schemas.microsoft.com/office/drawing/2014/main" id="{60C17447-B870-4054-B568-8B6B321EC5B7}"/>
              </a:ext>
            </a:extLst>
          </p:cNvPr>
          <p:cNvSpPr>
            <a:spLocks noGrp="1"/>
          </p:cNvSpPr>
          <p:nvPr>
            <p:ph sz="quarter" idx="4"/>
          </p:nvPr>
        </p:nvSpPr>
        <p:spPr>
          <a:xfrm>
            <a:off x="8153394" y="2108201"/>
            <a:ext cx="3464722" cy="3684588"/>
          </a:xfrm>
        </p:spPr>
        <p:txBody>
          <a:bodyPr vert="horz" lIns="91440" tIns="45720" rIns="91440" bIns="45720" rtlCol="0">
            <a:normAutofit/>
          </a:bodyPr>
          <a:lstStyle>
            <a:lvl1pPr marL="228600" indent="-228600">
              <a:defRPr lang="en-US" sz="1600" kern="1200" dirty="0">
                <a:solidFill>
                  <a:schemeClr val="bg1"/>
                </a:solidFill>
                <a:latin typeface="+mn-lt"/>
                <a:ea typeface="+mn-ea"/>
                <a:cs typeface="+mn-cs"/>
              </a:defRPr>
            </a:lvl1pPr>
            <a:lvl2pPr>
              <a:defRPr lang="en-US" sz="1400" dirty="0"/>
            </a:lvl2pPr>
            <a:lvl3pPr>
              <a:defRPr lang="en-US" sz="1200" dirty="0"/>
            </a:lvl3pPr>
            <a:lvl4pPr>
              <a:defRPr lang="en-US" sz="1100" dirty="0"/>
            </a:lvl4pPr>
            <a:lvl5pPr>
              <a:defRPr lang="en-US" sz="1100" dirty="0"/>
            </a:lvl5pPr>
          </a:lstStyle>
          <a:p>
            <a:pPr marL="228600" lvl="0" indent="-228600" algn="l" defTabSz="914400" rtl="0" eaLnBrk="1" latinLnBrk="0" hangingPunct="1">
              <a:lnSpc>
                <a:spcPct val="15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15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15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15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150000"/>
              </a:lnSpc>
              <a:spcBef>
                <a:spcPts val="1000"/>
              </a:spcBef>
              <a:buFont typeface="Arial" panose="020B0604020202020204" pitchFamily="34" charset="0"/>
              <a:buChar char="•"/>
            </a:pPr>
            <a:r>
              <a:rPr lang="en-US"/>
              <a:t>Fifth level</a:t>
            </a:r>
            <a:endParaRPr lang="en-US" dirty="0"/>
          </a:p>
        </p:txBody>
      </p:sp>
    </p:spTree>
    <p:extLst>
      <p:ext uri="{BB962C8B-B14F-4D97-AF65-F5344CB8AC3E}">
        <p14:creationId xmlns:p14="http://schemas.microsoft.com/office/powerpoint/2010/main" val="1696335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9B7F3105-8D8F-4FF3-9A7F-0F067BB810A1}"/>
              </a:ext>
            </a:extLst>
          </p:cNvPr>
          <p:cNvSpPr>
            <a:spLocks noGrp="1"/>
          </p:cNvSpPr>
          <p:nvPr>
            <p:ph type="ftr" sz="quarter" idx="14"/>
          </p:nvPr>
        </p:nvSpPr>
        <p:spPr/>
        <p:txBody>
          <a:bodyPr/>
          <a:lstStyle/>
          <a:p>
            <a:r>
              <a:rPr lang="en-US"/>
              <a:t>Author: Joseph Wachira</a:t>
            </a:r>
            <a:endParaRPr lang="en-US" dirty="0"/>
          </a:p>
        </p:txBody>
      </p:sp>
      <p:sp>
        <p:nvSpPr>
          <p:cNvPr id="9" name="Slide Number Placeholder 8">
            <a:extLst>
              <a:ext uri="{FF2B5EF4-FFF2-40B4-BE49-F238E27FC236}">
                <a16:creationId xmlns:a16="http://schemas.microsoft.com/office/drawing/2014/main" id="{BD117255-8347-4647-9EA2-7ED06A73C1A2}"/>
              </a:ext>
            </a:extLst>
          </p:cNvPr>
          <p:cNvSpPr>
            <a:spLocks noGrp="1"/>
          </p:cNvSpPr>
          <p:nvPr>
            <p:ph type="sldNum" sz="quarter" idx="15"/>
          </p:nvPr>
        </p:nvSpPr>
        <p:spPr/>
        <p:txBody>
          <a:bodyPr/>
          <a:lstStyle/>
          <a:p>
            <a:fld id="{8C2E478F-E849-4A8C-AF1F-CBCC78A7CBFA}" type="slidenum">
              <a:rPr lang="en-US" smtClean="0"/>
              <a:pPr/>
              <a:t>‹#›</a:t>
            </a:fld>
            <a:endParaRPr lang="en-US" dirty="0"/>
          </a:p>
        </p:txBody>
      </p:sp>
      <p:sp>
        <p:nvSpPr>
          <p:cNvPr id="11" name="Content Placeholder 2">
            <a:extLst>
              <a:ext uri="{FF2B5EF4-FFF2-40B4-BE49-F238E27FC236}">
                <a16:creationId xmlns:a16="http://schemas.microsoft.com/office/drawing/2014/main" id="{9F3E8482-B43D-4B69-8645-6B735F91B920}"/>
              </a:ext>
            </a:extLst>
          </p:cNvPr>
          <p:cNvSpPr>
            <a:spLocks noGrp="1"/>
          </p:cNvSpPr>
          <p:nvPr>
            <p:ph idx="1"/>
          </p:nvPr>
        </p:nvSpPr>
        <p:spPr>
          <a:xfrm>
            <a:off x="6294478" y="587829"/>
            <a:ext cx="5326022" cy="527322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5DDDD410-5ABA-46A5-B282-F37437EFB673}"/>
              </a:ext>
            </a:extLst>
          </p:cNvPr>
          <p:cNvSpPr/>
          <p:nvPr userDrawn="1"/>
        </p:nvSpPr>
        <p:spPr>
          <a:xfrm>
            <a:off x="1159727" y="1224451"/>
            <a:ext cx="4226024"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9BC9CBF-CF7B-4E39-9FD1-961882EC596A}"/>
              </a:ext>
            </a:extLst>
          </p:cNvPr>
          <p:cNvSpPr/>
          <p:nvPr userDrawn="1"/>
        </p:nvSpPr>
        <p:spPr>
          <a:xfrm>
            <a:off x="657060" y="698704"/>
            <a:ext cx="4473025"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97A3D921-B9D5-42DC-9037-298968D94C95}"/>
              </a:ext>
            </a:extLst>
          </p:cNvPr>
          <p:cNvGrpSpPr/>
          <p:nvPr userDrawn="1"/>
        </p:nvGrpSpPr>
        <p:grpSpPr>
          <a:xfrm>
            <a:off x="657060" y="435124"/>
            <a:ext cx="5134751" cy="6215741"/>
            <a:chOff x="252031" y="391887"/>
            <a:chExt cx="7433283" cy="6215741"/>
          </a:xfrm>
        </p:grpSpPr>
        <p:sp>
          <p:nvSpPr>
            <p:cNvPr id="17" name="Rectangle 16">
              <a:extLst>
                <a:ext uri="{FF2B5EF4-FFF2-40B4-BE49-F238E27FC236}">
                  <a16:creationId xmlns:a16="http://schemas.microsoft.com/office/drawing/2014/main" id="{9BDB1890-91F2-49FC-B0F4-3F3FF11B6A1A}"/>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A62F937-16D4-4A6C-B247-D0A62BC6560D}"/>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9335681-5A6F-48BE-8160-2000D0F242FB}"/>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 Placeholder 3">
            <a:extLst>
              <a:ext uri="{FF2B5EF4-FFF2-40B4-BE49-F238E27FC236}">
                <a16:creationId xmlns:a16="http://schemas.microsoft.com/office/drawing/2014/main" id="{F41E2B8D-1C12-403F-BE59-ECC565466CB0}"/>
              </a:ext>
            </a:extLst>
          </p:cNvPr>
          <p:cNvSpPr>
            <a:spLocks noGrp="1"/>
          </p:cNvSpPr>
          <p:nvPr>
            <p:ph type="body" sz="half" idx="2"/>
          </p:nvPr>
        </p:nvSpPr>
        <p:spPr>
          <a:xfrm>
            <a:off x="609601" y="2546851"/>
            <a:ext cx="4101084" cy="3396749"/>
          </a:xfrm>
        </p:spPr>
        <p:txBody>
          <a:bodyPr/>
          <a:lstStyle>
            <a:lvl1pPr marL="0" indent="0">
              <a:lnSpc>
                <a:spcPct val="150000"/>
              </a:lnSpc>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 name="Title 1">
            <a:extLst>
              <a:ext uri="{FF2B5EF4-FFF2-40B4-BE49-F238E27FC236}">
                <a16:creationId xmlns:a16="http://schemas.microsoft.com/office/drawing/2014/main" id="{9AF0F519-65FC-434F-8F2F-F778A20A82ED}"/>
              </a:ext>
            </a:extLst>
          </p:cNvPr>
          <p:cNvSpPr>
            <a:spLocks noGrp="1"/>
          </p:cNvSpPr>
          <p:nvPr>
            <p:ph type="title"/>
          </p:nvPr>
        </p:nvSpPr>
        <p:spPr>
          <a:xfrm>
            <a:off x="609601" y="1480457"/>
            <a:ext cx="4101084" cy="979308"/>
          </a:xfrm>
        </p:spPr>
        <p:txBody>
          <a:bodyPr anchor="b"/>
          <a:lstStyle>
            <a:lvl1pPr>
              <a:defRPr sz="3200" b="1">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427291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5356FC21-A32D-44DC-BED7-08CEBB3B9090}"/>
              </a:ext>
            </a:extLst>
          </p:cNvPr>
          <p:cNvSpPr>
            <a:spLocks noGrp="1"/>
          </p:cNvSpPr>
          <p:nvPr>
            <p:ph type="ftr" sz="quarter" idx="10"/>
          </p:nvPr>
        </p:nvSpPr>
        <p:spPr/>
        <p:txBody>
          <a:bodyPr/>
          <a:lstStyle/>
          <a:p>
            <a:r>
              <a:rPr lang="en-US" noProof="0"/>
              <a:t>Author: Joseph Wachira</a:t>
            </a:r>
          </a:p>
        </p:txBody>
      </p:sp>
      <p:sp>
        <p:nvSpPr>
          <p:cNvPr id="2" name="Slide Number Placeholder 1">
            <a:extLst>
              <a:ext uri="{FF2B5EF4-FFF2-40B4-BE49-F238E27FC236}">
                <a16:creationId xmlns:a16="http://schemas.microsoft.com/office/drawing/2014/main" id="{34A85DE8-81C6-4A53-8754-137A795CA5EA}"/>
              </a:ext>
            </a:extLst>
          </p:cNvPr>
          <p:cNvSpPr>
            <a:spLocks noGrp="1"/>
          </p:cNvSpPr>
          <p:nvPr>
            <p:ph type="sldNum" sz="quarter" idx="11"/>
          </p:nvPr>
        </p:nvSpPr>
        <p:spPr/>
        <p:txBody>
          <a:bodyPr/>
          <a:lstStyle/>
          <a:p>
            <a:fld id="{8C2E478F-E849-4A8C-AF1F-CBCC78A7CBFA}" type="slidenum">
              <a:rPr lang="en-US" noProof="0" smtClean="0"/>
              <a:pPr/>
              <a:t>‹#›</a:t>
            </a:fld>
            <a:endParaRPr lang="en-US" noProof="0"/>
          </a:p>
        </p:txBody>
      </p:sp>
      <p:sp>
        <p:nvSpPr>
          <p:cNvPr id="3" name="Title 2">
            <a:extLst>
              <a:ext uri="{FF2B5EF4-FFF2-40B4-BE49-F238E27FC236}">
                <a16:creationId xmlns:a16="http://schemas.microsoft.com/office/drawing/2014/main" id="{0A66073F-5CD2-4EAC-890A-F6BB43D2BD6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49817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5356FC21-A32D-44DC-BED7-08CEBB3B9090}"/>
              </a:ext>
            </a:extLst>
          </p:cNvPr>
          <p:cNvSpPr>
            <a:spLocks noGrp="1"/>
          </p:cNvSpPr>
          <p:nvPr>
            <p:ph type="ftr" sz="quarter" idx="10"/>
          </p:nvPr>
        </p:nvSpPr>
        <p:spPr/>
        <p:txBody>
          <a:bodyPr/>
          <a:lstStyle/>
          <a:p>
            <a:r>
              <a:rPr lang="en-US" noProof="0"/>
              <a:t>Author: Joseph Wachira</a:t>
            </a:r>
          </a:p>
        </p:txBody>
      </p:sp>
      <p:sp>
        <p:nvSpPr>
          <p:cNvPr id="2" name="Slide Number Placeholder 1">
            <a:extLst>
              <a:ext uri="{FF2B5EF4-FFF2-40B4-BE49-F238E27FC236}">
                <a16:creationId xmlns:a16="http://schemas.microsoft.com/office/drawing/2014/main" id="{34A85DE8-81C6-4A53-8754-137A795CA5EA}"/>
              </a:ext>
            </a:extLst>
          </p:cNvPr>
          <p:cNvSpPr>
            <a:spLocks noGrp="1"/>
          </p:cNvSpPr>
          <p:nvPr>
            <p:ph type="sldNum" sz="quarter" idx="11"/>
          </p:nvPr>
        </p:nvSpPr>
        <p:spPr/>
        <p:txBody>
          <a:bodyPr/>
          <a:lstStyle/>
          <a:p>
            <a:fld id="{8C2E478F-E849-4A8C-AF1F-CBCC78A7CBFA}" type="slidenum">
              <a:rPr lang="en-US" noProof="0" smtClean="0"/>
              <a:pPr/>
              <a:t>‹#›</a:t>
            </a:fld>
            <a:endParaRPr lang="en-US" noProof="0"/>
          </a:p>
        </p:txBody>
      </p:sp>
      <p:sp>
        <p:nvSpPr>
          <p:cNvPr id="3" name="Title 2">
            <a:extLst>
              <a:ext uri="{FF2B5EF4-FFF2-40B4-BE49-F238E27FC236}">
                <a16:creationId xmlns:a16="http://schemas.microsoft.com/office/drawing/2014/main" id="{0A66073F-5CD2-4EAC-890A-F6BB43D2BD6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805804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78571B4-4133-4DE5-AD8F-A341842CBE58}"/>
              </a:ext>
            </a:extLst>
          </p:cNvPr>
          <p:cNvSpPr>
            <a:spLocks noGrp="1"/>
          </p:cNvSpPr>
          <p:nvPr>
            <p:ph type="ftr" sz="quarter" idx="10"/>
          </p:nvPr>
        </p:nvSpPr>
        <p:spPr/>
        <p:txBody>
          <a:bodyPr/>
          <a:lstStyle/>
          <a:p>
            <a:r>
              <a:rPr lang="en-US"/>
              <a:t>Author: Joseph Wachira</a:t>
            </a:r>
            <a:endParaRPr lang="en-US" dirty="0"/>
          </a:p>
        </p:txBody>
      </p:sp>
      <p:sp>
        <p:nvSpPr>
          <p:cNvPr id="7" name="Slide Number Placeholder 6">
            <a:extLst>
              <a:ext uri="{FF2B5EF4-FFF2-40B4-BE49-F238E27FC236}">
                <a16:creationId xmlns:a16="http://schemas.microsoft.com/office/drawing/2014/main" id="{CB65AC00-5FCA-4A4E-A036-2FCBDEAF17D9}"/>
              </a:ext>
            </a:extLst>
          </p:cNvPr>
          <p:cNvSpPr>
            <a:spLocks noGrp="1"/>
          </p:cNvSpPr>
          <p:nvPr>
            <p:ph type="sldNum" sz="quarter" idx="11"/>
          </p:nvPr>
        </p:nvSpPr>
        <p:spPr/>
        <p:txBody>
          <a:body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2858803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F334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27C465-B000-4905-9328-DBAB7930A0CF}"/>
              </a:ext>
            </a:extLst>
          </p:cNvPr>
          <p:cNvSpPr>
            <a:spLocks noGrp="1"/>
          </p:cNvSpPr>
          <p:nvPr>
            <p:ph type="title"/>
          </p:nvPr>
        </p:nvSpPr>
        <p:spPr>
          <a:xfrm>
            <a:off x="595884" y="0"/>
            <a:ext cx="11000232" cy="11887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BBF3059-D5B9-418C-A60B-C3C8E261E486}"/>
              </a:ext>
            </a:extLst>
          </p:cNvPr>
          <p:cNvSpPr>
            <a:spLocks noGrp="1"/>
          </p:cNvSpPr>
          <p:nvPr>
            <p:ph type="body" idx="1"/>
          </p:nvPr>
        </p:nvSpPr>
        <p:spPr>
          <a:xfrm>
            <a:off x="595884" y="1188720"/>
            <a:ext cx="11000232" cy="498824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087F727-48BD-4EB4-B57F-5AC03BEB1A4D}"/>
              </a:ext>
            </a:extLst>
          </p:cNvPr>
          <p:cNvSpPr>
            <a:spLocks noGrp="1"/>
          </p:cNvSpPr>
          <p:nvPr>
            <p:ph type="ftr" sz="quarter" idx="3"/>
          </p:nvPr>
        </p:nvSpPr>
        <p:spPr>
          <a:xfrm>
            <a:off x="595884" y="6468303"/>
            <a:ext cx="4114800" cy="365125"/>
          </a:xfrm>
          <a:prstGeom prst="rect">
            <a:avLst/>
          </a:prstGeom>
        </p:spPr>
        <p:txBody>
          <a:bodyPr vert="horz" lIns="91440" tIns="45720" rIns="91440" bIns="45720" rtlCol="0" anchor="ctr"/>
          <a:lstStyle>
            <a:lvl1pPr algn="l">
              <a:defRPr sz="1200">
                <a:solidFill>
                  <a:schemeClr val="bg1"/>
                </a:solidFill>
              </a:defRPr>
            </a:lvl1pPr>
          </a:lstStyle>
          <a:p>
            <a:r>
              <a:rPr lang="en-US"/>
              <a:t>Author: Joseph Wachira</a:t>
            </a:r>
            <a:endParaRPr lang="en-US" dirty="0"/>
          </a:p>
        </p:txBody>
      </p:sp>
      <p:sp>
        <p:nvSpPr>
          <p:cNvPr id="9" name="Rectangle: Single Corner Snipped 8">
            <a:extLst>
              <a:ext uri="{FF2B5EF4-FFF2-40B4-BE49-F238E27FC236}">
                <a16:creationId xmlns:a16="http://schemas.microsoft.com/office/drawing/2014/main" id="{7166C798-72CE-4F2D-9A04-013F24A2659F}"/>
              </a:ext>
            </a:extLst>
          </p:cNvPr>
          <p:cNvSpPr/>
          <p:nvPr userDrawn="1"/>
        </p:nvSpPr>
        <p:spPr>
          <a:xfrm flipH="1">
            <a:off x="11549269" y="6356350"/>
            <a:ext cx="642731" cy="501650"/>
          </a:xfrm>
          <a:prstGeom prst="snip1Rect">
            <a:avLst/>
          </a:prstGeom>
          <a:gradFill>
            <a:gsLst>
              <a:gs pos="0">
                <a:srgbClr val="038B30">
                  <a:alpha val="70000"/>
                </a:srgbClr>
              </a:gs>
              <a:gs pos="50000">
                <a:srgbClr val="05EE55">
                  <a:alpha val="70000"/>
                </a:srgbClr>
              </a:gs>
              <a:gs pos="100000">
                <a:srgbClr val="C0F4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Slide Number Placeholder 5">
            <a:extLst>
              <a:ext uri="{FF2B5EF4-FFF2-40B4-BE49-F238E27FC236}">
                <a16:creationId xmlns:a16="http://schemas.microsoft.com/office/drawing/2014/main" id="{3ACE58C5-CE1C-415B-8591-25A53FF2AE88}"/>
              </a:ext>
            </a:extLst>
          </p:cNvPr>
          <p:cNvSpPr>
            <a:spLocks noGrp="1"/>
          </p:cNvSpPr>
          <p:nvPr>
            <p:ph type="sldNum" sz="quarter" idx="4"/>
          </p:nvPr>
        </p:nvSpPr>
        <p:spPr>
          <a:xfrm>
            <a:off x="11549269" y="6405746"/>
            <a:ext cx="642731" cy="407804"/>
          </a:xfrm>
          <a:prstGeom prst="rect">
            <a:avLst/>
          </a:prstGeom>
        </p:spPr>
        <p:txBody>
          <a:bodyPr vert="horz" lIns="91440" tIns="45720" rIns="91440" bIns="45720" rtlCol="0" anchor="ctr"/>
          <a:lstStyle>
            <a:lvl1pPr algn="ctr">
              <a:defRPr sz="1200">
                <a:solidFill>
                  <a:schemeClr val="bg1"/>
                </a:solidFill>
              </a:defRPr>
            </a:lvl1pPr>
          </a:lstStyle>
          <a:p>
            <a:fld id="{8C2E478F-E849-4A8C-AF1F-CBCC78A7CBFA}" type="slidenum">
              <a:rPr lang="en-US" smtClean="0"/>
              <a:pPr/>
              <a:t>‹#›</a:t>
            </a:fld>
            <a:endParaRPr lang="en-US" dirty="0"/>
          </a:p>
        </p:txBody>
      </p:sp>
    </p:spTree>
    <p:extLst>
      <p:ext uri="{BB962C8B-B14F-4D97-AF65-F5344CB8AC3E}">
        <p14:creationId xmlns:p14="http://schemas.microsoft.com/office/powerpoint/2010/main" val="2465277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3" r:id="rId5"/>
    <p:sldLayoutId id="2147483657" r:id="rId6"/>
    <p:sldLayoutId id="2147483660" r:id="rId7"/>
    <p:sldLayoutId id="2147483663" r:id="rId8"/>
    <p:sldLayoutId id="2147483669" r:id="rId9"/>
    <p:sldLayoutId id="2147483666" r:id="rId10"/>
    <p:sldLayoutId id="2147483670" r:id="rId11"/>
    <p:sldLayoutId id="2147483667" r:id="rId12"/>
    <p:sldLayoutId id="2147483668" r:id="rId13"/>
    <p:sldLayoutId id="2147483665" r:id="rId14"/>
    <p:sldLayoutId id="2147483671" r:id="rId15"/>
    <p:sldLayoutId id="2147483655" r:id="rId16"/>
  </p:sldLayoutIdLst>
  <p:hf hdr="0"/>
  <p:txStyles>
    <p:titleStyle>
      <a:lvl1pPr algn="ctr" defTabSz="914400" rtl="0" eaLnBrk="1" latinLnBrk="0" hangingPunct="1">
        <a:lnSpc>
          <a:spcPct val="90000"/>
        </a:lnSpc>
        <a:spcBef>
          <a:spcPct val="0"/>
        </a:spcBef>
        <a:buNone/>
        <a:defRPr sz="4400" b="1"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3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F3342"/>
        </a:solidFill>
        <a:effectLst/>
      </p:bgPr>
    </p:bg>
    <p:spTree>
      <p:nvGrpSpPr>
        <p:cNvPr id="1" name=""/>
        <p:cNvGrpSpPr/>
        <p:nvPr/>
      </p:nvGrpSpPr>
      <p:grpSpPr>
        <a:xfrm>
          <a:off x="0" y="0"/>
          <a:ext cx="0" cy="0"/>
          <a:chOff x="0" y="0"/>
          <a:chExt cx="0" cy="0"/>
        </a:xfrm>
      </p:grpSpPr>
      <p:pic>
        <p:nvPicPr>
          <p:cNvPr id="5" name="Picture Placeholder 4" descr="Triangular design of a roof">
            <a:extLst>
              <a:ext uri="{FF2B5EF4-FFF2-40B4-BE49-F238E27FC236}">
                <a16:creationId xmlns:a16="http://schemas.microsoft.com/office/drawing/2014/main" id="{01F590AB-1AF1-489D-B942-2800AE8629C3}"/>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a:fillRect/>
          </a:stretch>
        </p:blipFill>
        <p:spPr/>
      </p:pic>
      <p:sp>
        <p:nvSpPr>
          <p:cNvPr id="35" name="Rectangle 34">
            <a:extLst>
              <a:ext uri="{FF2B5EF4-FFF2-40B4-BE49-F238E27FC236}">
                <a16:creationId xmlns:a16="http://schemas.microsoft.com/office/drawing/2014/main" id="{B6C8E487-ADDC-4F1B-A30A-BAABB4998F49}"/>
              </a:ext>
              <a:ext uri="{C183D7F6-B498-43B3-948B-1728B52AA6E4}">
                <adec:decorative xmlns:adec="http://schemas.microsoft.com/office/drawing/2017/decorative" val="1"/>
              </a:ext>
            </a:extLst>
          </p:cNvPr>
          <p:cNvSpPr/>
          <p:nvPr/>
        </p:nvSpPr>
        <p:spPr>
          <a:xfrm>
            <a:off x="-71015" y="0"/>
            <a:ext cx="12263015" cy="6858000"/>
          </a:xfrm>
          <a:prstGeom prst="rect">
            <a:avLst/>
          </a:prstGeom>
          <a:solidFill>
            <a:srgbClr val="2F334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11BEC607-8474-408E-A7AC-48A065F31B63}"/>
              </a:ext>
              <a:ext uri="{C183D7F6-B498-43B3-948B-1728B52AA6E4}">
                <adec:decorative xmlns:adec="http://schemas.microsoft.com/office/drawing/2017/decorative" val="1"/>
              </a:ext>
            </a:extLst>
          </p:cNvPr>
          <p:cNvGrpSpPr/>
          <p:nvPr/>
        </p:nvGrpSpPr>
        <p:grpSpPr>
          <a:xfrm flipH="1">
            <a:off x="2076202" y="1374276"/>
            <a:ext cx="7324426" cy="3883523"/>
            <a:chOff x="252031" y="-22763"/>
            <a:chExt cx="7324426" cy="7269964"/>
          </a:xfrm>
        </p:grpSpPr>
        <p:sp>
          <p:nvSpPr>
            <p:cNvPr id="42" name="Rectangle 41">
              <a:extLst>
                <a:ext uri="{FF2B5EF4-FFF2-40B4-BE49-F238E27FC236}">
                  <a16:creationId xmlns:a16="http://schemas.microsoft.com/office/drawing/2014/main" id="{B601E3FC-2016-4085-9A4B-A172702EAAE1}"/>
                </a:ext>
                <a:ext uri="{C183D7F6-B498-43B3-948B-1728B52AA6E4}">
                  <adec:decorative xmlns:adec="http://schemas.microsoft.com/office/drawing/2017/decorative" val="1"/>
                </a:ext>
              </a:extLst>
            </p:cNvPr>
            <p:cNvSpPr/>
            <p:nvPr userDrawn="1"/>
          </p:nvSpPr>
          <p:spPr>
            <a:xfrm>
              <a:off x="979714" y="1181211"/>
              <a:ext cx="6117771" cy="6065990"/>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CBF662F-A198-4AD3-8EBC-0EC9A52B2994}"/>
                </a:ext>
                <a:ext uri="{C183D7F6-B498-43B3-948B-1728B52AA6E4}">
                  <adec:decorative xmlns:adec="http://schemas.microsoft.com/office/drawing/2017/decorative" val="1"/>
                </a:ext>
              </a:extLst>
            </p:cNvPr>
            <p:cNvSpPr/>
            <p:nvPr userDrawn="1"/>
          </p:nvSpPr>
          <p:spPr>
            <a:xfrm>
              <a:off x="500743" y="-22763"/>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142E86C5-8E5F-4620-A4FB-D1F926179D18}"/>
                </a:ext>
                <a:ext uri="{C183D7F6-B498-43B3-948B-1728B52AA6E4}">
                  <adec:decorative xmlns:adec="http://schemas.microsoft.com/office/drawing/2017/decorative" val="1"/>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7E0E8055-17FA-43CE-9F03-E712F496B7CF}"/>
              </a:ext>
            </a:extLst>
          </p:cNvPr>
          <p:cNvSpPr>
            <a:spLocks noGrp="1"/>
          </p:cNvSpPr>
          <p:nvPr>
            <p:ph type="ctrTitle"/>
          </p:nvPr>
        </p:nvSpPr>
        <p:spPr/>
        <p:txBody>
          <a:bodyPr>
            <a:normAutofit/>
          </a:bodyPr>
          <a:lstStyle/>
          <a:p>
            <a:r>
              <a:rPr lang="en-US" cap="none" dirty="0"/>
              <a:t>Who Is </a:t>
            </a:r>
            <a:br>
              <a:rPr lang="en-US" cap="none" dirty="0"/>
            </a:br>
            <a:r>
              <a:rPr lang="en-US" cap="none" dirty="0"/>
              <a:t>WERU ALEX NGARI?</a:t>
            </a:r>
          </a:p>
        </p:txBody>
      </p:sp>
      <p:sp>
        <p:nvSpPr>
          <p:cNvPr id="7" name="Subtitle 6">
            <a:extLst>
              <a:ext uri="{FF2B5EF4-FFF2-40B4-BE49-F238E27FC236}">
                <a16:creationId xmlns:a16="http://schemas.microsoft.com/office/drawing/2014/main" id="{9935280A-EBD5-4EFA-81A0-313C85F987EC}"/>
              </a:ext>
            </a:extLst>
          </p:cNvPr>
          <p:cNvSpPr>
            <a:spLocks noGrp="1"/>
          </p:cNvSpPr>
          <p:nvPr>
            <p:ph type="subTitle" idx="1"/>
          </p:nvPr>
        </p:nvSpPr>
        <p:spPr/>
        <p:txBody>
          <a:bodyPr>
            <a:normAutofit fontScale="40000" lnSpcReduction="20000"/>
          </a:bodyPr>
          <a:lstStyle/>
          <a:p>
            <a:r>
              <a:rPr lang="en-US" dirty="0"/>
              <a:t>Autobiography Presentation by</a:t>
            </a:r>
          </a:p>
          <a:p>
            <a:r>
              <a:rPr lang="en-US" dirty="0"/>
              <a:t>Alex Ngari weru</a:t>
            </a:r>
          </a:p>
        </p:txBody>
      </p:sp>
    </p:spTree>
    <p:extLst>
      <p:ext uri="{BB962C8B-B14F-4D97-AF65-F5344CB8AC3E}">
        <p14:creationId xmlns:p14="http://schemas.microsoft.com/office/powerpoint/2010/main" val="2506210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Building" title="Building">
            <a:extLst>
              <a:ext uri="{FF2B5EF4-FFF2-40B4-BE49-F238E27FC236}">
                <a16:creationId xmlns:a16="http://schemas.microsoft.com/office/drawing/2014/main" id="{00C713CD-79D0-408F-A140-FBAE3C602261}"/>
              </a:ext>
            </a:extLst>
          </p:cNvPr>
          <p:cNvPicPr>
            <a:picLocks noGrp="1" noChangeAspect="1"/>
          </p:cNvPicPr>
          <p:nvPr>
            <p:ph type="pic" sz="quarter" idx="15"/>
          </p:nvPr>
        </p:nvPicPr>
        <p:blipFill>
          <a:blip r:embed="rId2">
            <a:extLst>
              <a:ext uri="{BEBA8EAE-BF5A-486C-A8C5-ECC9F3942E4B}">
                <a14:imgProps xmlns:a14="http://schemas.microsoft.com/office/drawing/2010/main">
                  <a14:imgLayer r:embed="rId3">
                    <a14:imgEffect>
                      <a14:brightnessContrast bright="-25000"/>
                    </a14:imgEffect>
                  </a14:imgLayer>
                </a14:imgProps>
              </a:ext>
              <a:ext uri="{28A0092B-C50C-407E-A947-70E740481C1C}">
                <a14:useLocalDpi xmlns:a14="http://schemas.microsoft.com/office/drawing/2010/main" val="0"/>
              </a:ext>
            </a:extLst>
          </a:blip>
          <a:srcRect/>
          <a:stretch>
            <a:fillRect/>
          </a:stretch>
        </p:blipFill>
        <p:spPr/>
      </p:pic>
      <p:grpSp>
        <p:nvGrpSpPr>
          <p:cNvPr id="2" name="Group 1">
            <a:extLst>
              <a:ext uri="{FF2B5EF4-FFF2-40B4-BE49-F238E27FC236}">
                <a16:creationId xmlns:a16="http://schemas.microsoft.com/office/drawing/2014/main" id="{CCC577CF-CED3-44B1-AC3E-05C2556B41F4}"/>
              </a:ext>
              <a:ext uri="{C183D7F6-B498-43B3-948B-1728B52AA6E4}">
                <adec:decorative xmlns:adec="http://schemas.microsoft.com/office/drawing/2017/decorative" val="1"/>
              </a:ext>
            </a:extLst>
          </p:cNvPr>
          <p:cNvGrpSpPr/>
          <p:nvPr/>
        </p:nvGrpSpPr>
        <p:grpSpPr>
          <a:xfrm>
            <a:off x="883522" y="382447"/>
            <a:ext cx="5276606" cy="5768636"/>
            <a:chOff x="883522" y="408327"/>
            <a:chExt cx="5276606" cy="5768636"/>
          </a:xfrm>
        </p:grpSpPr>
        <p:sp>
          <p:nvSpPr>
            <p:cNvPr id="14" name="Rectangle 13">
              <a:extLst>
                <a:ext uri="{FF2B5EF4-FFF2-40B4-BE49-F238E27FC236}">
                  <a16:creationId xmlns:a16="http://schemas.microsoft.com/office/drawing/2014/main" id="{875940B9-0338-4FFA-9747-10812F028FB7}"/>
                </a:ext>
                <a:ext uri="{C183D7F6-B498-43B3-948B-1728B52AA6E4}">
                  <adec:decorative xmlns:adec="http://schemas.microsoft.com/office/drawing/2017/decorative" val="1"/>
                </a:ext>
              </a:extLst>
            </p:cNvPr>
            <p:cNvSpPr/>
            <p:nvPr/>
          </p:nvSpPr>
          <p:spPr>
            <a:xfrm>
              <a:off x="1808217" y="1403690"/>
              <a:ext cx="4351911" cy="4773273"/>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4B52C7E-3049-4545-956A-6D8F73F234DB}"/>
                </a:ext>
                <a:ext uri="{C183D7F6-B498-43B3-948B-1728B52AA6E4}">
                  <adec:decorative xmlns:adec="http://schemas.microsoft.com/office/drawing/2017/decorative" val="1"/>
                </a:ext>
              </a:extLst>
            </p:cNvPr>
            <p:cNvSpPr/>
            <p:nvPr/>
          </p:nvSpPr>
          <p:spPr>
            <a:xfrm>
              <a:off x="883522" y="408327"/>
              <a:ext cx="4351911" cy="4773273"/>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3" name="Graphic 12">
              <a:extLst>
                <a:ext uri="{FF2B5EF4-FFF2-40B4-BE49-F238E27FC236}">
                  <a16:creationId xmlns:a16="http://schemas.microsoft.com/office/drawing/2014/main" id="{46669882-9FD4-41D7-A5A6-A4A2E44A2A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9938" y="1088572"/>
              <a:ext cx="4572000" cy="4572000"/>
            </a:xfrm>
            <a:prstGeom prst="rect">
              <a:avLst/>
            </a:prstGeom>
          </p:spPr>
        </p:pic>
      </p:grpSp>
      <p:sp>
        <p:nvSpPr>
          <p:cNvPr id="26" name="Title 25">
            <a:extLst>
              <a:ext uri="{FF2B5EF4-FFF2-40B4-BE49-F238E27FC236}">
                <a16:creationId xmlns:a16="http://schemas.microsoft.com/office/drawing/2014/main" id="{DB4530C3-10EF-4FDE-A1B1-9DF09C2DF096}"/>
              </a:ext>
            </a:extLst>
          </p:cNvPr>
          <p:cNvSpPr>
            <a:spLocks noGrp="1"/>
          </p:cNvSpPr>
          <p:nvPr>
            <p:ph type="title"/>
          </p:nvPr>
        </p:nvSpPr>
        <p:spPr/>
        <p:txBody>
          <a:bodyPr/>
          <a:lstStyle/>
          <a:p>
            <a:r>
              <a:rPr lang="en-US" dirty="0"/>
              <a:t>Introduction</a:t>
            </a:r>
          </a:p>
        </p:txBody>
      </p:sp>
      <p:sp>
        <p:nvSpPr>
          <p:cNvPr id="27" name="Text Placeholder 26">
            <a:extLst>
              <a:ext uri="{FF2B5EF4-FFF2-40B4-BE49-F238E27FC236}">
                <a16:creationId xmlns:a16="http://schemas.microsoft.com/office/drawing/2014/main" id="{863C256D-8187-4199-952C-D2BB841598F8}"/>
              </a:ext>
            </a:extLst>
          </p:cNvPr>
          <p:cNvSpPr>
            <a:spLocks noGrp="1"/>
          </p:cNvSpPr>
          <p:nvPr>
            <p:ph type="body" idx="13"/>
          </p:nvPr>
        </p:nvSpPr>
        <p:spPr>
          <a:xfrm>
            <a:off x="838199" y="3030583"/>
            <a:ext cx="4608328" cy="1152095"/>
          </a:xfrm>
        </p:spPr>
        <p:txBody>
          <a:bodyPr/>
          <a:lstStyle/>
          <a:p>
            <a:r>
              <a:rPr lang="en-US" dirty="0"/>
              <a:t>Autobiography</a:t>
            </a:r>
          </a:p>
          <a:p>
            <a:r>
              <a:rPr lang="en-US" dirty="0"/>
              <a:t>Of</a:t>
            </a:r>
          </a:p>
          <a:p>
            <a:r>
              <a:rPr lang="en-US" dirty="0"/>
              <a:t> Alex Ngari Weru</a:t>
            </a:r>
          </a:p>
        </p:txBody>
      </p:sp>
      <p:sp>
        <p:nvSpPr>
          <p:cNvPr id="3" name="Footer Placeholder 2">
            <a:extLst>
              <a:ext uri="{FF2B5EF4-FFF2-40B4-BE49-F238E27FC236}">
                <a16:creationId xmlns:a16="http://schemas.microsoft.com/office/drawing/2014/main" id="{6F5A9FF5-7F76-43F9-8EBE-606AC1E2C553}"/>
              </a:ext>
            </a:extLst>
          </p:cNvPr>
          <p:cNvSpPr>
            <a:spLocks noGrp="1"/>
          </p:cNvSpPr>
          <p:nvPr>
            <p:ph type="ftr" sz="quarter" idx="16"/>
          </p:nvPr>
        </p:nvSpPr>
        <p:spPr/>
        <p:txBody>
          <a:bodyPr/>
          <a:lstStyle/>
          <a:p>
            <a:r>
              <a:rPr lang="en-US" dirty="0"/>
              <a:t>Author: alex weru</a:t>
            </a:r>
          </a:p>
        </p:txBody>
      </p:sp>
      <p:sp>
        <p:nvSpPr>
          <p:cNvPr id="11" name="Rectangle: Single Corner Snipped 10" descr="Footer accent box">
            <a:extLst>
              <a:ext uri="{FF2B5EF4-FFF2-40B4-BE49-F238E27FC236}">
                <a16:creationId xmlns:a16="http://schemas.microsoft.com/office/drawing/2014/main" id="{A39C0937-57CD-4C2F-B530-516994363917}"/>
              </a:ext>
            </a:extLst>
          </p:cNvPr>
          <p:cNvSpPr/>
          <p:nvPr/>
        </p:nvSpPr>
        <p:spPr>
          <a:xfrm flipH="1">
            <a:off x="11549269" y="6356350"/>
            <a:ext cx="642731" cy="501650"/>
          </a:xfrm>
          <a:prstGeom prst="snip1Rect">
            <a:avLst/>
          </a:prstGeom>
          <a:gradFill>
            <a:gsLst>
              <a:gs pos="0">
                <a:srgbClr val="038B30">
                  <a:alpha val="70000"/>
                </a:srgbClr>
              </a:gs>
              <a:gs pos="50000">
                <a:srgbClr val="05EE55">
                  <a:alpha val="70000"/>
                </a:srgbClr>
              </a:gs>
              <a:gs pos="100000">
                <a:srgbClr val="C0F4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Slide Number Placeholder 3">
            <a:extLst>
              <a:ext uri="{FF2B5EF4-FFF2-40B4-BE49-F238E27FC236}">
                <a16:creationId xmlns:a16="http://schemas.microsoft.com/office/drawing/2014/main" id="{4E8EC366-9118-4504-88CF-ABE80F98E7F0}"/>
              </a:ext>
            </a:extLst>
          </p:cNvPr>
          <p:cNvSpPr>
            <a:spLocks noGrp="1"/>
          </p:cNvSpPr>
          <p:nvPr>
            <p:ph type="sldNum" sz="quarter" idx="17"/>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294830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445F47-6D74-450C-BC16-998D2021AD78}"/>
              </a:ext>
            </a:extLst>
          </p:cNvPr>
          <p:cNvSpPr>
            <a:spLocks noGrp="1"/>
          </p:cNvSpPr>
          <p:nvPr>
            <p:ph type="title"/>
          </p:nvPr>
        </p:nvSpPr>
        <p:spPr/>
        <p:txBody>
          <a:bodyPr/>
          <a:lstStyle/>
          <a:p>
            <a:r>
              <a:rPr lang="en-US" dirty="0"/>
              <a:t>Early life</a:t>
            </a:r>
          </a:p>
        </p:txBody>
      </p:sp>
      <p:sp>
        <p:nvSpPr>
          <p:cNvPr id="8" name="Text Placeholder 7">
            <a:extLst>
              <a:ext uri="{FF2B5EF4-FFF2-40B4-BE49-F238E27FC236}">
                <a16:creationId xmlns:a16="http://schemas.microsoft.com/office/drawing/2014/main" id="{E79DECD2-B85E-4CB3-BBFB-C64131454B65}"/>
              </a:ext>
            </a:extLst>
          </p:cNvPr>
          <p:cNvSpPr>
            <a:spLocks noGrp="1"/>
          </p:cNvSpPr>
          <p:nvPr>
            <p:ph type="body" sz="half" idx="2"/>
          </p:nvPr>
        </p:nvSpPr>
        <p:spPr/>
        <p:txBody>
          <a:bodyPr/>
          <a:lstStyle/>
          <a:p>
            <a:r>
              <a:rPr lang="en-US" dirty="0"/>
              <a:t>Hello there! My name is Alex Ngari and I am 23 years old. At present, I am studying at Dedan Kimathi University of Technology (DeKUT) in my final year, pursuing a Bachelor’s degree in Information Technology. I hope you will find my autobiography interesting and insightful, offering a glimpse into life in my country.</a:t>
            </a:r>
          </a:p>
        </p:txBody>
      </p:sp>
      <p:pic>
        <p:nvPicPr>
          <p:cNvPr id="5" name="Picture Placeholder 4" descr="Two Buildings" title="Two Buildings">
            <a:extLst>
              <a:ext uri="{FF2B5EF4-FFF2-40B4-BE49-F238E27FC236}">
                <a16:creationId xmlns:a16="http://schemas.microsoft.com/office/drawing/2014/main" id="{9EF82849-1FFF-4EE2-B6A4-C19B8A083067}"/>
              </a:ext>
            </a:extLst>
          </p:cNvPr>
          <p:cNvPicPr>
            <a:picLocks noGrp="1" noChangeAspect="1"/>
          </p:cNvPicPr>
          <p:nvPr>
            <p:ph type="pic" idx="1"/>
          </p:nvPr>
        </p:nvPicPr>
        <p:blipFill>
          <a:blip r:embed="rId3">
            <a:extLst>
              <a:ext uri="{BEBA8EAE-BF5A-486C-A8C5-ECC9F3942E4B}">
                <a14:imgProps xmlns:a14="http://schemas.microsoft.com/office/drawing/2010/main">
                  <a14:imgLayer r:embed="rId4">
                    <a14:imgEffect>
                      <a14:brightnessContrast bright="-29000" contrast="24000"/>
                    </a14:imgEffect>
                  </a14:imgLayer>
                </a14:imgProps>
              </a:ext>
              <a:ext uri="{28A0092B-C50C-407E-A947-70E740481C1C}">
                <a14:useLocalDpi xmlns:a14="http://schemas.microsoft.com/office/drawing/2010/main" val="0"/>
              </a:ext>
            </a:extLst>
          </a:blip>
          <a:srcRect/>
          <a:stretch>
            <a:fillRect/>
          </a:stretch>
        </p:blipFill>
        <p:spPr/>
      </p:pic>
      <p:sp>
        <p:nvSpPr>
          <p:cNvPr id="2" name="Footer Placeholder 1">
            <a:extLst>
              <a:ext uri="{FF2B5EF4-FFF2-40B4-BE49-F238E27FC236}">
                <a16:creationId xmlns:a16="http://schemas.microsoft.com/office/drawing/2014/main" id="{F17BB2B3-BB1E-4588-97D3-522970C829A4}"/>
              </a:ext>
            </a:extLst>
          </p:cNvPr>
          <p:cNvSpPr>
            <a:spLocks noGrp="1"/>
          </p:cNvSpPr>
          <p:nvPr>
            <p:ph type="ftr" sz="quarter" idx="14"/>
          </p:nvPr>
        </p:nvSpPr>
        <p:spPr/>
        <p:txBody>
          <a:bodyPr/>
          <a:lstStyle/>
          <a:p>
            <a:r>
              <a:rPr lang="en-US" dirty="0"/>
              <a:t>Author: alex weru </a:t>
            </a:r>
          </a:p>
        </p:txBody>
      </p:sp>
      <p:sp>
        <p:nvSpPr>
          <p:cNvPr id="10" name="Rectangle: Single Corner Snipped 9" descr="Footer accent box">
            <a:extLst>
              <a:ext uri="{FF2B5EF4-FFF2-40B4-BE49-F238E27FC236}">
                <a16:creationId xmlns:a16="http://schemas.microsoft.com/office/drawing/2014/main" id="{CDA9F8EC-2836-4D7A-8BB2-6D1C849515C1}"/>
              </a:ext>
            </a:extLst>
          </p:cNvPr>
          <p:cNvSpPr/>
          <p:nvPr/>
        </p:nvSpPr>
        <p:spPr>
          <a:xfrm flipH="1">
            <a:off x="11549269" y="6356350"/>
            <a:ext cx="642731" cy="501650"/>
          </a:xfrm>
          <a:prstGeom prst="snip1Rect">
            <a:avLst/>
          </a:prstGeom>
          <a:gradFill>
            <a:gsLst>
              <a:gs pos="0">
                <a:srgbClr val="038B30">
                  <a:alpha val="70000"/>
                </a:srgbClr>
              </a:gs>
              <a:gs pos="50000">
                <a:srgbClr val="05EE55">
                  <a:alpha val="70000"/>
                </a:srgbClr>
              </a:gs>
              <a:gs pos="100000">
                <a:srgbClr val="C0F4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Slide Number Placeholder 2">
            <a:extLst>
              <a:ext uri="{FF2B5EF4-FFF2-40B4-BE49-F238E27FC236}">
                <a16:creationId xmlns:a16="http://schemas.microsoft.com/office/drawing/2014/main" id="{C25E833F-FD8B-46E5-BD16-A82D3EDA8554}"/>
              </a:ext>
            </a:extLst>
          </p:cNvPr>
          <p:cNvSpPr>
            <a:spLocks noGrp="1"/>
          </p:cNvSpPr>
          <p:nvPr>
            <p:ph type="sldNum" sz="quarter" idx="15"/>
          </p:nvPr>
        </p:nvSpPr>
        <p:spPr/>
        <p:txBody>
          <a:bodyPr/>
          <a:lstStyle/>
          <a:p>
            <a:fld id="{8C2E478F-E849-4A8C-AF1F-CBCC78A7CBFA}" type="slidenum">
              <a:rPr lang="en-US" smtClean="0"/>
              <a:pPr/>
              <a:t>3</a:t>
            </a:fld>
            <a:endParaRPr lang="en-US" dirty="0"/>
          </a:p>
        </p:txBody>
      </p:sp>
    </p:spTree>
    <p:extLst>
      <p:ext uri="{BB962C8B-B14F-4D97-AF65-F5344CB8AC3E}">
        <p14:creationId xmlns:p14="http://schemas.microsoft.com/office/powerpoint/2010/main" val="4853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ity Scape" title="City Scape">
            <a:extLst>
              <a:ext uri="{FF2B5EF4-FFF2-40B4-BE49-F238E27FC236}">
                <a16:creationId xmlns:a16="http://schemas.microsoft.com/office/drawing/2014/main" id="{8C001EA0-C1FE-4BFF-BAE0-93D031DC21E0}"/>
              </a:ext>
            </a:extLst>
          </p:cNvPr>
          <p:cNvPicPr>
            <a:picLocks noGrp="1" noChangeAspect="1"/>
          </p:cNvPicPr>
          <p:nvPr>
            <p:ph type="pic" sz="quarter" idx="15"/>
          </p:nvPr>
        </p:nvPicPr>
        <p:blipFill>
          <a:blip r:embed="rId2">
            <a:extLst>
              <a:ext uri="{BEBA8EAE-BF5A-486C-A8C5-ECC9F3942E4B}">
                <a14:imgProps xmlns:a14="http://schemas.microsoft.com/office/drawing/2010/main">
                  <a14:imgLayer r:embed="rId3">
                    <a14:imgEffect>
                      <a14:brightnessContrast bright="-38000"/>
                    </a14:imgEffect>
                  </a14:imgLayer>
                </a14:imgProps>
              </a:ext>
              <a:ext uri="{28A0092B-C50C-407E-A947-70E740481C1C}">
                <a14:useLocalDpi xmlns:a14="http://schemas.microsoft.com/office/drawing/2010/main" val="0"/>
              </a:ext>
            </a:extLst>
          </a:blip>
          <a:srcRect/>
          <a:stretch>
            <a:fillRect/>
          </a:stretch>
        </p:blipFill>
        <p:spPr/>
      </p:pic>
      <p:grpSp>
        <p:nvGrpSpPr>
          <p:cNvPr id="31" name="Group 30">
            <a:extLst>
              <a:ext uri="{FF2B5EF4-FFF2-40B4-BE49-F238E27FC236}">
                <a16:creationId xmlns:a16="http://schemas.microsoft.com/office/drawing/2014/main" id="{CDA17D7C-7C63-439C-8B50-C9B0F0F9AAF7}"/>
              </a:ext>
              <a:ext uri="{C183D7F6-B498-43B3-948B-1728B52AA6E4}">
                <adec:decorative xmlns:adec="http://schemas.microsoft.com/office/drawing/2017/decorative" val="1"/>
              </a:ext>
            </a:extLst>
          </p:cNvPr>
          <p:cNvGrpSpPr/>
          <p:nvPr/>
        </p:nvGrpSpPr>
        <p:grpSpPr>
          <a:xfrm flipH="1">
            <a:off x="4115984" y="252563"/>
            <a:ext cx="7433283" cy="5995838"/>
            <a:chOff x="252031" y="391887"/>
            <a:chExt cx="7433283" cy="6215741"/>
          </a:xfrm>
        </p:grpSpPr>
        <p:sp>
          <p:nvSpPr>
            <p:cNvPr id="33" name="Rectangle 32">
              <a:extLst>
                <a:ext uri="{FF2B5EF4-FFF2-40B4-BE49-F238E27FC236}">
                  <a16:creationId xmlns:a16="http://schemas.microsoft.com/office/drawing/2014/main" id="{C0DB13C1-B4FB-4D33-A199-5BB34983AB47}"/>
                </a:ext>
                <a:ext uri="{C183D7F6-B498-43B3-948B-1728B52AA6E4}">
                  <adec:decorative xmlns:adec="http://schemas.microsoft.com/office/drawing/2017/decorative" val="1"/>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2FD79E9-DA87-4AE3-AB4F-454E8B1C7E28}"/>
                </a:ext>
                <a:ext uri="{C183D7F6-B498-43B3-948B-1728B52AA6E4}">
                  <adec:decorative xmlns:adec="http://schemas.microsoft.com/office/drawing/2017/decorative" val="1"/>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7CAE694-E5D7-45D8-80CE-4067B6610E53}"/>
                </a:ext>
                <a:ext uri="{C183D7F6-B498-43B3-948B-1728B52AA6E4}">
                  <adec:decorative xmlns:adec="http://schemas.microsoft.com/office/drawing/2017/decorative" val="1"/>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 Placeholder 8">
            <a:extLst>
              <a:ext uri="{FF2B5EF4-FFF2-40B4-BE49-F238E27FC236}">
                <a16:creationId xmlns:a16="http://schemas.microsoft.com/office/drawing/2014/main" id="{4744B28E-5E14-4A77-AD4F-C979905862BF}"/>
              </a:ext>
            </a:extLst>
          </p:cNvPr>
          <p:cNvSpPr>
            <a:spLocks noGrp="1"/>
          </p:cNvSpPr>
          <p:nvPr>
            <p:ph type="body" idx="13"/>
          </p:nvPr>
        </p:nvSpPr>
        <p:spPr/>
        <p:txBody>
          <a:bodyPr/>
          <a:lstStyle/>
          <a:p>
            <a:r>
              <a:rPr lang="en-US" b="1" dirty="0"/>
              <a:t>Background and Early Memories</a:t>
            </a:r>
          </a:p>
        </p:txBody>
      </p:sp>
      <p:sp>
        <p:nvSpPr>
          <p:cNvPr id="4" name="Content Placeholder 3">
            <a:extLst>
              <a:ext uri="{FF2B5EF4-FFF2-40B4-BE49-F238E27FC236}">
                <a16:creationId xmlns:a16="http://schemas.microsoft.com/office/drawing/2014/main" id="{2885A4AC-9AA0-4EFF-8162-609223BF5D70}"/>
              </a:ext>
            </a:extLst>
          </p:cNvPr>
          <p:cNvSpPr>
            <a:spLocks noGrp="1"/>
          </p:cNvSpPr>
          <p:nvPr>
            <p:ph idx="1"/>
          </p:nvPr>
        </p:nvSpPr>
        <p:spPr/>
        <p:txBody>
          <a:bodyPr>
            <a:normAutofit fontScale="85000" lnSpcReduction="20000"/>
          </a:bodyPr>
          <a:lstStyle/>
          <a:p>
            <a:r>
              <a:rPr lang="en-US" b="1" dirty="0"/>
              <a:t>Subsection: Family Background</a:t>
            </a:r>
            <a:endParaRPr lang="en-US" dirty="0"/>
          </a:p>
          <a:p>
            <a:r>
              <a:rPr lang="en-US" dirty="0"/>
              <a:t>Born on March 3, 2003, at Nyeri Provincial General Hospital.</a:t>
            </a:r>
          </a:p>
          <a:p>
            <a:r>
              <a:rPr lang="en-US" dirty="0"/>
              <a:t>Grew up in Nyeri County, Kieni East District, Kabaru Ward.</a:t>
            </a:r>
          </a:p>
          <a:p>
            <a:r>
              <a:rPr lang="en-US" dirty="0"/>
              <a:t>Parents: Mr. and Mrs. weru , who emphasize the importance of education.</a:t>
            </a:r>
          </a:p>
          <a:p>
            <a:r>
              <a:rPr lang="en-US" dirty="0"/>
              <a:t>Siblings: Edwin and  Lewis </a:t>
            </a:r>
          </a:p>
          <a:p>
            <a:r>
              <a:rPr lang="en-US" b="1" dirty="0"/>
              <a:t>Subsection: Early Memories</a:t>
            </a:r>
            <a:endParaRPr lang="en-US" dirty="0"/>
          </a:p>
          <a:p>
            <a:r>
              <a:rPr lang="en-US" dirty="0"/>
              <a:t>Baptized at Jet Catholic Church at age three.</a:t>
            </a:r>
          </a:p>
          <a:p>
            <a:r>
              <a:rPr lang="en-US" dirty="0"/>
              <a:t>Close bond with siblings, sharing weekend activities and family traditions.</a:t>
            </a:r>
          </a:p>
          <a:p>
            <a:r>
              <a:rPr lang="en-US" dirty="0"/>
              <a:t>Grandparents' stories instill a deep respect for family history.</a:t>
            </a:r>
          </a:p>
        </p:txBody>
      </p:sp>
      <p:sp>
        <p:nvSpPr>
          <p:cNvPr id="2" name="Footer Placeholder 1">
            <a:extLst>
              <a:ext uri="{FF2B5EF4-FFF2-40B4-BE49-F238E27FC236}">
                <a16:creationId xmlns:a16="http://schemas.microsoft.com/office/drawing/2014/main" id="{80919F81-09E4-41AD-9E45-21C8A7FBC2E5}"/>
              </a:ext>
            </a:extLst>
          </p:cNvPr>
          <p:cNvSpPr>
            <a:spLocks noGrp="1"/>
          </p:cNvSpPr>
          <p:nvPr>
            <p:ph type="ftr" sz="quarter" idx="16"/>
          </p:nvPr>
        </p:nvSpPr>
        <p:spPr/>
        <p:txBody>
          <a:bodyPr/>
          <a:lstStyle/>
          <a:p>
            <a:r>
              <a:rPr lang="en-US" dirty="0"/>
              <a:t>Author: alex weru </a:t>
            </a:r>
          </a:p>
        </p:txBody>
      </p:sp>
      <p:sp>
        <p:nvSpPr>
          <p:cNvPr id="3" name="Slide Number Placeholder 2">
            <a:extLst>
              <a:ext uri="{FF2B5EF4-FFF2-40B4-BE49-F238E27FC236}">
                <a16:creationId xmlns:a16="http://schemas.microsoft.com/office/drawing/2014/main" id="{6556A3C9-6740-4558-AB5B-687741A63BDD}"/>
              </a:ext>
            </a:extLst>
          </p:cNvPr>
          <p:cNvSpPr>
            <a:spLocks noGrp="1"/>
          </p:cNvSpPr>
          <p:nvPr>
            <p:ph type="sldNum" sz="quarter" idx="17"/>
          </p:nvPr>
        </p:nvSpPr>
        <p:spPr/>
        <p:txBody>
          <a:bodyPr/>
          <a:lstStyle/>
          <a:p>
            <a:fld id="{8C2E478F-E849-4A8C-AF1F-CBCC78A7CBFA}" type="slidenum">
              <a:rPr lang="en-US" smtClean="0"/>
              <a:pPr/>
              <a:t>4</a:t>
            </a:fld>
            <a:endParaRPr lang="en-US" dirty="0"/>
          </a:p>
        </p:txBody>
      </p:sp>
    </p:spTree>
    <p:extLst>
      <p:ext uri="{BB962C8B-B14F-4D97-AF65-F5344CB8AC3E}">
        <p14:creationId xmlns:p14="http://schemas.microsoft.com/office/powerpoint/2010/main" val="259734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33542F-D085-445E-BEBE-DEE6D4F79CAD}"/>
              </a:ext>
            </a:extLst>
          </p:cNvPr>
          <p:cNvSpPr>
            <a:spLocks noGrp="1"/>
          </p:cNvSpPr>
          <p:nvPr>
            <p:ph type="body" idx="1"/>
          </p:nvPr>
        </p:nvSpPr>
        <p:spPr>
          <a:xfrm>
            <a:off x="573882" y="1061131"/>
            <a:ext cx="3464717" cy="1878011"/>
          </a:xfrm>
        </p:spPr>
        <p:txBody>
          <a:bodyPr/>
          <a:lstStyle/>
          <a:p>
            <a:r>
              <a:rPr lang="en-US" dirty="0"/>
              <a:t>Childhood Memories</a:t>
            </a:r>
          </a:p>
        </p:txBody>
      </p:sp>
      <p:pic>
        <p:nvPicPr>
          <p:cNvPr id="9" name="Picture Placeholder 8" descr="Two Buildings" title="Two Buildings">
            <a:extLst>
              <a:ext uri="{FF2B5EF4-FFF2-40B4-BE49-F238E27FC236}">
                <a16:creationId xmlns:a16="http://schemas.microsoft.com/office/drawing/2014/main" id="{422CBBF4-EF67-4184-9603-EC435F55D084}"/>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a:fillRect/>
          </a:stretch>
        </p:blipFill>
        <p:spPr/>
      </p:pic>
      <p:sp>
        <p:nvSpPr>
          <p:cNvPr id="6" name="Text Placeholder 5">
            <a:extLst>
              <a:ext uri="{FF2B5EF4-FFF2-40B4-BE49-F238E27FC236}">
                <a16:creationId xmlns:a16="http://schemas.microsoft.com/office/drawing/2014/main" id="{89C32B2A-F443-47DA-A5C9-E0CCEC6C2F29}"/>
              </a:ext>
            </a:extLst>
          </p:cNvPr>
          <p:cNvSpPr>
            <a:spLocks noGrp="1"/>
          </p:cNvSpPr>
          <p:nvPr>
            <p:ph type="body" idx="13"/>
          </p:nvPr>
        </p:nvSpPr>
        <p:spPr/>
        <p:txBody>
          <a:bodyPr/>
          <a:lstStyle/>
          <a:p>
            <a:r>
              <a:rPr lang="en-US" dirty="0"/>
              <a:t>School Life</a:t>
            </a:r>
          </a:p>
        </p:txBody>
      </p:sp>
      <p:sp>
        <p:nvSpPr>
          <p:cNvPr id="2" name="Footer Placeholder 1">
            <a:extLst>
              <a:ext uri="{FF2B5EF4-FFF2-40B4-BE49-F238E27FC236}">
                <a16:creationId xmlns:a16="http://schemas.microsoft.com/office/drawing/2014/main" id="{5483E2DD-4F96-4CE8-A9FE-FD5DF44C4CAC}"/>
              </a:ext>
            </a:extLst>
          </p:cNvPr>
          <p:cNvSpPr>
            <a:spLocks noGrp="1"/>
          </p:cNvSpPr>
          <p:nvPr>
            <p:ph type="ftr" sz="quarter" idx="16"/>
          </p:nvPr>
        </p:nvSpPr>
        <p:spPr/>
        <p:txBody>
          <a:bodyPr/>
          <a:lstStyle/>
          <a:p>
            <a:r>
              <a:rPr lang="en-US" dirty="0"/>
              <a:t>Author: alex weru </a:t>
            </a:r>
          </a:p>
        </p:txBody>
      </p:sp>
      <p:sp>
        <p:nvSpPr>
          <p:cNvPr id="16" name="Slide Number Placeholder 15">
            <a:extLst>
              <a:ext uri="{FF2B5EF4-FFF2-40B4-BE49-F238E27FC236}">
                <a16:creationId xmlns:a16="http://schemas.microsoft.com/office/drawing/2014/main" id="{7EF05482-0999-42B8-A27E-59AAA26FB58E}"/>
              </a:ext>
            </a:extLst>
          </p:cNvPr>
          <p:cNvSpPr>
            <a:spLocks noGrp="1"/>
          </p:cNvSpPr>
          <p:nvPr>
            <p:ph type="sldNum" sz="quarter" idx="17"/>
          </p:nvPr>
        </p:nvSpPr>
        <p:spPr/>
        <p:txBody>
          <a:bodyPr/>
          <a:lstStyle/>
          <a:p>
            <a:fld id="{8C2E478F-E849-4A8C-AF1F-CBCC78A7CBFA}" type="slidenum">
              <a:rPr lang="en-US" smtClean="0"/>
              <a:pPr/>
              <a:t>5</a:t>
            </a:fld>
            <a:endParaRPr lang="en-US" dirty="0"/>
          </a:p>
        </p:txBody>
      </p:sp>
      <p:sp>
        <p:nvSpPr>
          <p:cNvPr id="15" name="Title 14" hidden="1">
            <a:extLst>
              <a:ext uri="{FF2B5EF4-FFF2-40B4-BE49-F238E27FC236}">
                <a16:creationId xmlns:a16="http://schemas.microsoft.com/office/drawing/2014/main" id="{A9B3BD41-12E6-4E88-8CE4-3A496CEA28A3}"/>
              </a:ext>
            </a:extLst>
          </p:cNvPr>
          <p:cNvSpPr>
            <a:spLocks noGrp="1"/>
          </p:cNvSpPr>
          <p:nvPr>
            <p:ph type="title"/>
          </p:nvPr>
        </p:nvSpPr>
        <p:spPr/>
        <p:txBody>
          <a:bodyPr/>
          <a:lstStyle/>
          <a:p>
            <a:r>
              <a:rPr lang="en-US" dirty="0"/>
              <a:t>Title</a:t>
            </a:r>
          </a:p>
        </p:txBody>
      </p:sp>
      <p:sp>
        <p:nvSpPr>
          <p:cNvPr id="10" name="Rectangle 3"/>
          <p:cNvSpPr>
            <a:spLocks noGrp="1" noChangeArrowheads="1"/>
          </p:cNvSpPr>
          <p:nvPr>
            <p:ph sz="half" idx="2"/>
          </p:nvPr>
        </p:nvSpPr>
        <p:spPr bwMode="auto">
          <a:xfrm>
            <a:off x="470264" y="2796335"/>
            <a:ext cx="35683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Vivid Christmas memory receiving my first PlayStation, filled with excitement and joy.</a:t>
            </a:r>
          </a:p>
          <a:p>
            <a:pPr marL="0" indent="0" algn="just"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Memorable day trip to Millport, bike riding with friends, and narrowly avoiding an accident. </a:t>
            </a:r>
          </a:p>
        </p:txBody>
      </p:sp>
      <p:sp>
        <p:nvSpPr>
          <p:cNvPr id="13" name="Rectangle 6"/>
          <p:cNvSpPr>
            <a:spLocks noGrp="1" noChangeArrowheads="1"/>
          </p:cNvSpPr>
          <p:nvPr>
            <p:ph sz="half" idx="14"/>
          </p:nvPr>
        </p:nvSpPr>
        <p:spPr bwMode="auto">
          <a:xfrm>
            <a:off x="8153400" y="1826838"/>
            <a:ext cx="366656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Passionate about Mathematics, Science, Art, and Physical Education.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Fond memories of primary school: favorite subjects, teachers, and playground games.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Struggles with language subjects but a love for reading stories.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Enjoyed lunchtime and playtime with friends, despite occasional embarrassing moments. </a:t>
            </a:r>
          </a:p>
        </p:txBody>
      </p:sp>
    </p:spTree>
    <p:extLst>
      <p:ext uri="{BB962C8B-B14F-4D97-AF65-F5344CB8AC3E}">
        <p14:creationId xmlns:p14="http://schemas.microsoft.com/office/powerpoint/2010/main" val="3174381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ADB54-3897-4872-B9B3-1888BB60FDFF}"/>
              </a:ext>
            </a:extLst>
          </p:cNvPr>
          <p:cNvSpPr>
            <a:spLocks noGrp="1"/>
          </p:cNvSpPr>
          <p:nvPr>
            <p:ph type="title"/>
          </p:nvPr>
        </p:nvSpPr>
        <p:spPr/>
        <p:txBody>
          <a:bodyPr/>
          <a:lstStyle/>
          <a:p>
            <a:r>
              <a:rPr lang="en-US" dirty="0"/>
              <a:t>Family and interests</a:t>
            </a:r>
          </a:p>
        </p:txBody>
      </p:sp>
      <p:sp>
        <p:nvSpPr>
          <p:cNvPr id="4" name="Text Placeholder 3">
            <a:extLst>
              <a:ext uri="{FF2B5EF4-FFF2-40B4-BE49-F238E27FC236}">
                <a16:creationId xmlns:a16="http://schemas.microsoft.com/office/drawing/2014/main" id="{46E2CC9E-302A-4500-B0E3-4BE84867E197}"/>
              </a:ext>
            </a:extLst>
          </p:cNvPr>
          <p:cNvSpPr>
            <a:spLocks noGrp="1"/>
          </p:cNvSpPr>
          <p:nvPr>
            <p:ph type="body" idx="13"/>
          </p:nvPr>
        </p:nvSpPr>
        <p:spPr>
          <a:xfrm>
            <a:off x="595884" y="2624334"/>
            <a:ext cx="4197802" cy="798135"/>
          </a:xfrm>
        </p:spPr>
        <p:txBody>
          <a:bodyPr/>
          <a:lstStyle/>
          <a:p>
            <a:r>
              <a:rPr lang="en-US" dirty="0">
                <a:latin typeface="Times New Roman" panose="02020603050405020304" pitchFamily="18" charset="0"/>
                <a:cs typeface="Times New Roman" panose="02020603050405020304" pitchFamily="18" charset="0"/>
              </a:rPr>
              <a:t>Family Influence and Personal Interests </a:t>
            </a:r>
          </a:p>
        </p:txBody>
      </p:sp>
      <p:graphicFrame>
        <p:nvGraphicFramePr>
          <p:cNvPr id="10" name="Chart 3" descr="Chart">
            <a:extLst>
              <a:ext uri="{FF2B5EF4-FFF2-40B4-BE49-F238E27FC236}">
                <a16:creationId xmlns:a16="http://schemas.microsoft.com/office/drawing/2014/main" id="{0EB6D7F7-49BE-4D95-9DBA-99B2C7BD4949}"/>
              </a:ext>
            </a:extLst>
          </p:cNvPr>
          <p:cNvGraphicFramePr>
            <a:graphicFrameLocks noGrp="1"/>
          </p:cNvGraphicFramePr>
          <p:nvPr>
            <p:ph sz="quarter" idx="16"/>
            <p:extLst>
              <p:ext uri="{D42A27DB-BD31-4B8C-83A1-F6EECF244321}">
                <p14:modId xmlns:p14="http://schemas.microsoft.com/office/powerpoint/2010/main" val="3380717856"/>
              </p:ext>
            </p:extLst>
          </p:nvPr>
        </p:nvGraphicFramePr>
        <p:xfrm>
          <a:off x="6329569" y="487546"/>
          <a:ext cx="5219700" cy="5918200"/>
        </p:xfrm>
        <a:graphic>
          <a:graphicData uri="http://schemas.openxmlformats.org/drawingml/2006/chart">
            <c:chart xmlns:c="http://schemas.openxmlformats.org/drawingml/2006/chart" xmlns:r="http://schemas.openxmlformats.org/officeDocument/2006/relationships" r:id="rId2"/>
          </a:graphicData>
        </a:graphic>
      </p:graphicFrame>
      <p:sp>
        <p:nvSpPr>
          <p:cNvPr id="11" name="Footer Placeholder 10">
            <a:extLst>
              <a:ext uri="{FF2B5EF4-FFF2-40B4-BE49-F238E27FC236}">
                <a16:creationId xmlns:a16="http://schemas.microsoft.com/office/drawing/2014/main" id="{27599ABA-671B-4E90-B4E8-5B2482234ACA}"/>
              </a:ext>
            </a:extLst>
          </p:cNvPr>
          <p:cNvSpPr>
            <a:spLocks noGrp="1"/>
          </p:cNvSpPr>
          <p:nvPr>
            <p:ph type="ftr" sz="quarter" idx="17"/>
          </p:nvPr>
        </p:nvSpPr>
        <p:spPr>
          <a:xfrm>
            <a:off x="256250" y="6384566"/>
            <a:ext cx="4114800" cy="365125"/>
          </a:xfrm>
        </p:spPr>
        <p:txBody>
          <a:bodyPr/>
          <a:lstStyle/>
          <a:p>
            <a:r>
              <a:rPr lang="en-US" dirty="0"/>
              <a:t>Author: alex weru </a:t>
            </a:r>
          </a:p>
        </p:txBody>
      </p:sp>
      <p:sp>
        <p:nvSpPr>
          <p:cNvPr id="12" name="Slide Number Placeholder 11">
            <a:extLst>
              <a:ext uri="{FF2B5EF4-FFF2-40B4-BE49-F238E27FC236}">
                <a16:creationId xmlns:a16="http://schemas.microsoft.com/office/drawing/2014/main" id="{A40D7403-0D24-42D0-9DE5-23601D8FBC17}"/>
              </a:ext>
            </a:extLst>
          </p:cNvPr>
          <p:cNvSpPr>
            <a:spLocks noGrp="1"/>
          </p:cNvSpPr>
          <p:nvPr>
            <p:ph type="sldNum" sz="quarter" idx="18"/>
          </p:nvPr>
        </p:nvSpPr>
        <p:spPr/>
        <p:txBody>
          <a:bodyPr/>
          <a:lstStyle/>
          <a:p>
            <a:fld id="{8C2E478F-E849-4A8C-AF1F-CBCC78A7CBFA}" type="slidenum">
              <a:rPr lang="en-US" smtClean="0"/>
              <a:pPr/>
              <a:t>6</a:t>
            </a:fld>
            <a:endParaRPr lang="en-US" dirty="0"/>
          </a:p>
        </p:txBody>
      </p:sp>
      <p:sp>
        <p:nvSpPr>
          <p:cNvPr id="6" name="Rectangle 2"/>
          <p:cNvSpPr>
            <a:spLocks noGrp="1" noChangeArrowheads="1"/>
          </p:cNvSpPr>
          <p:nvPr>
            <p:ph idx="1"/>
          </p:nvPr>
        </p:nvSpPr>
        <p:spPr bwMode="auto">
          <a:xfrm>
            <a:off x="6757059" y="630490"/>
            <a:ext cx="436471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Great gran, Nessie Arthur’s life story: from Scotland to Canada and back, filled with resilience.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Parents' encouragement and the impact of their support on my education and personal growth. </a:t>
            </a:r>
          </a:p>
          <a:p>
            <a:pPr marL="0" lvl="0" indent="0" algn="just" eaLnBrk="0" fontAlgn="base" hangingPunct="0">
              <a:lnSpc>
                <a:spcPct val="100000"/>
              </a:lnSpc>
              <a:spcBef>
                <a:spcPct val="0"/>
              </a:spcBef>
              <a:spcAft>
                <a:spcPct val="0"/>
              </a:spcAft>
              <a:buNone/>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FontTx/>
              <a:buChar char="•"/>
            </a:pPr>
            <a:r>
              <a:rPr lang="en-US" altLang="en-US" sz="1800" dirty="0">
                <a:solidFill>
                  <a:schemeClr val="tx1"/>
                </a:solidFill>
                <a:latin typeface="Times New Roman" panose="02020603050405020304" pitchFamily="18" charset="0"/>
                <a:cs typeface="Times New Roman" panose="02020603050405020304" pitchFamily="18" charset="0"/>
              </a:rPr>
              <a:t>Passion for soccer, being a part of the school team, and learning teamwork and sportsmanship.</a:t>
            </a:r>
          </a:p>
          <a:p>
            <a:pPr marL="0" lvl="0" indent="0" algn="just" eaLnBrk="0" fontAlgn="base" hangingPunct="0">
              <a:lnSpc>
                <a:spcPct val="100000"/>
              </a:lnSpc>
              <a:spcBef>
                <a:spcPct val="0"/>
              </a:spcBef>
              <a:spcAft>
                <a:spcPct val="0"/>
              </a:spcAft>
              <a:buFontTx/>
              <a:buChar char="•"/>
            </a:pPr>
            <a:r>
              <a:rPr lang="en-US" altLang="en-US" sz="1800" dirty="0">
                <a:solidFill>
                  <a:schemeClr val="tx1"/>
                </a:solidFill>
                <a:latin typeface="Times New Roman" panose="02020603050405020304" pitchFamily="18" charset="0"/>
                <a:cs typeface="Times New Roman" panose="02020603050405020304" pitchFamily="18" charset="0"/>
              </a:rPr>
              <a:t>Love for drawing, painting, and expressing creativity through art.</a:t>
            </a:r>
          </a:p>
          <a:p>
            <a:pPr marL="0" lvl="0" indent="0" algn="just" eaLnBrk="0" fontAlgn="base" hangingPunct="0">
              <a:lnSpc>
                <a:spcPct val="100000"/>
              </a:lnSpc>
              <a:spcBef>
                <a:spcPct val="0"/>
              </a:spcBef>
              <a:spcAft>
                <a:spcPct val="0"/>
              </a:spcAft>
              <a:buFontTx/>
              <a:buChar char="•"/>
            </a:pPr>
            <a:r>
              <a:rPr lang="en-US" altLang="en-US" sz="1800" dirty="0">
                <a:solidFill>
                  <a:schemeClr val="tx1"/>
                </a:solidFill>
                <a:latin typeface="Times New Roman" panose="02020603050405020304" pitchFamily="18" charset="0"/>
                <a:cs typeface="Times New Roman" panose="02020603050405020304" pitchFamily="18" charset="0"/>
              </a:rPr>
              <a:t>Enjoy cooking with parents, exploring new recipes, and bonding over culinary experiments.</a:t>
            </a:r>
          </a:p>
          <a:p>
            <a:pPr marL="0" lvl="0" indent="0" algn="just" eaLnBrk="0" fontAlgn="base" hangingPunct="0">
              <a:lnSpc>
                <a:spcPct val="100000"/>
              </a:lnSpc>
              <a:spcBef>
                <a:spcPct val="0"/>
              </a:spcBef>
              <a:spcAft>
                <a:spcPct val="0"/>
              </a:spcAft>
              <a:buFontTx/>
              <a:buChar char="•"/>
            </a:pPr>
            <a:r>
              <a:rPr lang="en-US" altLang="en-US" sz="1800" dirty="0">
                <a:solidFill>
                  <a:schemeClr val="tx1"/>
                </a:solidFill>
                <a:latin typeface="Times New Roman" panose="02020603050405020304" pitchFamily="18" charset="0"/>
                <a:cs typeface="Times New Roman" panose="02020603050405020304" pitchFamily="18" charset="0"/>
              </a:rPr>
              <a:t>Enthusiasm for nature, hiking, and exploring the outdoors with family.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751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ity Scape" title="City Scape">
            <a:extLst>
              <a:ext uri="{FF2B5EF4-FFF2-40B4-BE49-F238E27FC236}">
                <a16:creationId xmlns:a16="http://schemas.microsoft.com/office/drawing/2014/main" id="{8C001EA0-C1FE-4BFF-BAE0-93D031DC21E0}"/>
              </a:ext>
            </a:extLst>
          </p:cNvPr>
          <p:cNvPicPr>
            <a:picLocks noGrp="1" noChangeAspect="1"/>
          </p:cNvPicPr>
          <p:nvPr>
            <p:ph type="pic" sz="quarter" idx="15"/>
          </p:nvPr>
        </p:nvPicPr>
        <p:blipFill>
          <a:blip r:embed="rId2">
            <a:extLst>
              <a:ext uri="{BEBA8EAE-BF5A-486C-A8C5-ECC9F3942E4B}">
                <a14:imgProps xmlns:a14="http://schemas.microsoft.com/office/drawing/2010/main">
                  <a14:imgLayer r:embed="rId3">
                    <a14:imgEffect>
                      <a14:brightnessContrast bright="-38000"/>
                    </a14:imgEffect>
                  </a14:imgLayer>
                </a14:imgProps>
              </a:ext>
              <a:ext uri="{28A0092B-C50C-407E-A947-70E740481C1C}">
                <a14:useLocalDpi xmlns:a14="http://schemas.microsoft.com/office/drawing/2010/main" val="0"/>
              </a:ext>
            </a:extLst>
          </a:blip>
          <a:srcRect/>
          <a:stretch>
            <a:fillRect/>
          </a:stretch>
        </p:blipFill>
        <p:spPr>
          <a:xfrm>
            <a:off x="2" y="0"/>
            <a:ext cx="6074228" cy="6858000"/>
          </a:xfrm>
        </p:spPr>
      </p:pic>
      <p:grpSp>
        <p:nvGrpSpPr>
          <p:cNvPr id="31" name="Group 30">
            <a:extLst>
              <a:ext uri="{FF2B5EF4-FFF2-40B4-BE49-F238E27FC236}">
                <a16:creationId xmlns:a16="http://schemas.microsoft.com/office/drawing/2014/main" id="{CDA17D7C-7C63-439C-8B50-C9B0F0F9AAF7}"/>
              </a:ext>
              <a:ext uri="{C183D7F6-B498-43B3-948B-1728B52AA6E4}">
                <adec:decorative xmlns:adec="http://schemas.microsoft.com/office/drawing/2017/decorative" val="1"/>
              </a:ext>
            </a:extLst>
          </p:cNvPr>
          <p:cNvGrpSpPr/>
          <p:nvPr/>
        </p:nvGrpSpPr>
        <p:grpSpPr>
          <a:xfrm flipH="1">
            <a:off x="4115984" y="252563"/>
            <a:ext cx="7433283" cy="5995838"/>
            <a:chOff x="252031" y="391887"/>
            <a:chExt cx="7433283" cy="6215741"/>
          </a:xfrm>
        </p:grpSpPr>
        <p:sp>
          <p:nvSpPr>
            <p:cNvPr id="33" name="Rectangle 32">
              <a:extLst>
                <a:ext uri="{FF2B5EF4-FFF2-40B4-BE49-F238E27FC236}">
                  <a16:creationId xmlns:a16="http://schemas.microsoft.com/office/drawing/2014/main" id="{C0DB13C1-B4FB-4D33-A199-5BB34983AB47}"/>
                </a:ext>
                <a:ext uri="{C183D7F6-B498-43B3-948B-1728B52AA6E4}">
                  <adec:decorative xmlns:adec="http://schemas.microsoft.com/office/drawing/2017/decorative" val="1"/>
                </a:ext>
              </a:extLst>
            </p:cNvPr>
            <p:cNvSpPr/>
            <p:nvPr userDrawn="1"/>
          </p:nvSpPr>
          <p:spPr>
            <a:xfrm>
              <a:off x="979713" y="1181214"/>
              <a:ext cx="6117771" cy="5426414"/>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2FD79E9-DA87-4AE3-AB4F-454E8B1C7E28}"/>
                </a:ext>
                <a:ext uri="{C183D7F6-B498-43B3-948B-1728B52AA6E4}">
                  <adec:decorative xmlns:adec="http://schemas.microsoft.com/office/drawing/2017/decorative" val="1"/>
                </a:ext>
              </a:extLst>
            </p:cNvPr>
            <p:cNvSpPr/>
            <p:nvPr userDrawn="1"/>
          </p:nvSpPr>
          <p:spPr>
            <a:xfrm>
              <a:off x="609600" y="391887"/>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7CAE694-E5D7-45D8-80CE-4067B6610E53}"/>
                </a:ext>
                <a:ext uri="{C183D7F6-B498-43B3-948B-1728B52AA6E4}">
                  <adec:decorative xmlns:adec="http://schemas.microsoft.com/office/drawing/2017/decorative" val="1"/>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6">
            <a:extLst>
              <a:ext uri="{FF2B5EF4-FFF2-40B4-BE49-F238E27FC236}">
                <a16:creationId xmlns:a16="http://schemas.microsoft.com/office/drawing/2014/main" id="{D5445F47-6D74-450C-BC16-998D2021AD78}"/>
              </a:ext>
            </a:extLst>
          </p:cNvPr>
          <p:cNvSpPr>
            <a:spLocks noGrp="1"/>
          </p:cNvSpPr>
          <p:nvPr>
            <p:ph type="title"/>
          </p:nvPr>
        </p:nvSpPr>
        <p:spPr/>
        <p:txBody>
          <a:bodyPr/>
          <a:lstStyle/>
          <a:p>
            <a:r>
              <a:rPr lang="en-US" dirty="0"/>
              <a:t>Challenges and growth</a:t>
            </a:r>
          </a:p>
        </p:txBody>
      </p:sp>
      <p:sp>
        <p:nvSpPr>
          <p:cNvPr id="9" name="Text Placeholder 8">
            <a:extLst>
              <a:ext uri="{FF2B5EF4-FFF2-40B4-BE49-F238E27FC236}">
                <a16:creationId xmlns:a16="http://schemas.microsoft.com/office/drawing/2014/main" id="{4744B28E-5E14-4A77-AD4F-C979905862BF}"/>
              </a:ext>
            </a:extLst>
          </p:cNvPr>
          <p:cNvSpPr>
            <a:spLocks noGrp="1"/>
          </p:cNvSpPr>
          <p:nvPr>
            <p:ph type="body" idx="13"/>
          </p:nvPr>
        </p:nvSpPr>
        <p:spPr/>
        <p:txBody>
          <a:bodyPr/>
          <a:lstStyle/>
          <a:p>
            <a:r>
              <a:rPr lang="en-US" b="1" dirty="0"/>
              <a:t>Overcoming Obstacles</a:t>
            </a:r>
          </a:p>
        </p:txBody>
      </p:sp>
      <p:sp>
        <p:nvSpPr>
          <p:cNvPr id="4" name="Content Placeholder 3">
            <a:extLst>
              <a:ext uri="{FF2B5EF4-FFF2-40B4-BE49-F238E27FC236}">
                <a16:creationId xmlns:a16="http://schemas.microsoft.com/office/drawing/2014/main" id="{2885A4AC-9AA0-4EFF-8162-609223BF5D70}"/>
              </a:ext>
            </a:extLst>
          </p:cNvPr>
          <p:cNvSpPr>
            <a:spLocks noGrp="1"/>
          </p:cNvSpPr>
          <p:nvPr>
            <p:ph idx="1"/>
          </p:nvPr>
        </p:nvSpPr>
        <p:spPr/>
        <p:txBody>
          <a:bodyPr>
            <a:normAutofit/>
          </a:bodyPr>
          <a:lstStyle/>
          <a:p>
            <a:pPr marL="0" lvl="0" indent="0" eaLnBrk="0" fontAlgn="base" hangingPunct="0">
              <a:spcBef>
                <a:spcPct val="0"/>
              </a:spcBef>
              <a:spcAft>
                <a:spcPct val="0"/>
              </a:spcAft>
              <a:buNone/>
            </a:pPr>
            <a:r>
              <a:rPr lang="en-US" altLang="en-US" b="1" dirty="0">
                <a:solidFill>
                  <a:schemeClr val="tx1"/>
                </a:solidFill>
                <a:latin typeface="Arial" panose="020B0604020202020204" pitchFamily="34" charset="0"/>
              </a:rPr>
              <a:t>Content:</a:t>
            </a: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Childhood bumps: dealing with illness, embarrassing school moments, and learning resilience.</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Dislikes: tight Adiadora jumper, tomatoes, cucumbers, and children's songs disrupting sleep.</a:t>
            </a:r>
          </a:p>
          <a:p>
            <a:pPr marL="0" lvl="0" indent="0" eaLnBrk="0" fontAlgn="base" hangingPunct="0">
              <a:spcBef>
                <a:spcPct val="0"/>
              </a:spcBef>
              <a:spcAft>
                <a:spcPct val="0"/>
              </a:spcAft>
              <a:buNone/>
            </a:pPr>
            <a:r>
              <a:rPr lang="en-US" altLang="en-US" b="1" dirty="0">
                <a:solidFill>
                  <a:schemeClr val="tx1"/>
                </a:solidFill>
                <a:latin typeface="Arial" panose="020B0604020202020204" pitchFamily="34" charset="0"/>
              </a:rPr>
              <a:t>Subsection: Life Lessons</a:t>
            </a:r>
            <a:endParaRPr lang="en-US" altLang="en-US" dirty="0">
              <a:solidFill>
                <a:schemeClr val="tx1"/>
              </a:solidFill>
              <a:latin typeface="Arial" panose="020B0604020202020204" pitchFamily="34" charset="0"/>
            </a:endParaRP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Importance of perseverance and adapting to challenges.</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Support from family and friends in overcoming difficulties.</a:t>
            </a:r>
          </a:p>
          <a:p>
            <a:pPr marL="0" lvl="0" indent="0" eaLnBrk="0" fontAlgn="base" hangingPunct="0">
              <a:spcBef>
                <a:spcPct val="0"/>
              </a:spcBef>
              <a:spcAft>
                <a:spcPct val="0"/>
              </a:spcAft>
              <a:buFontTx/>
              <a:buChar char="•"/>
            </a:pPr>
            <a:r>
              <a:rPr lang="en-US" altLang="en-US" dirty="0">
                <a:solidFill>
                  <a:schemeClr val="tx1"/>
                </a:solidFill>
                <a:latin typeface="Arial" panose="020B0604020202020204" pitchFamily="34" charset="0"/>
              </a:rPr>
              <a:t>Embracing personal dislikes as part of the growing experience.</a:t>
            </a:r>
          </a:p>
          <a:p>
            <a:pPr marL="0" lvl="0" indent="0" eaLnBrk="0" fontAlgn="base" hangingPunct="0">
              <a:spcBef>
                <a:spcPct val="0"/>
              </a:spcBef>
              <a:spcAft>
                <a:spcPct val="0"/>
              </a:spcAft>
              <a:buNone/>
            </a:pPr>
            <a:endParaRPr lang="en-US" altLang="en-US" dirty="0">
              <a:solidFill>
                <a:schemeClr val="tx1"/>
              </a:solidFill>
              <a:latin typeface="Arial" panose="020B0604020202020204" pitchFamily="34" charset="0"/>
            </a:endParaRPr>
          </a:p>
          <a:p>
            <a:endParaRPr lang="en-US" dirty="0"/>
          </a:p>
        </p:txBody>
      </p:sp>
      <p:sp>
        <p:nvSpPr>
          <p:cNvPr id="2" name="Footer Placeholder 1">
            <a:extLst>
              <a:ext uri="{FF2B5EF4-FFF2-40B4-BE49-F238E27FC236}">
                <a16:creationId xmlns:a16="http://schemas.microsoft.com/office/drawing/2014/main" id="{80919F81-09E4-41AD-9E45-21C8A7FBC2E5}"/>
              </a:ext>
            </a:extLst>
          </p:cNvPr>
          <p:cNvSpPr>
            <a:spLocks noGrp="1"/>
          </p:cNvSpPr>
          <p:nvPr>
            <p:ph type="ftr" sz="quarter" idx="16"/>
          </p:nvPr>
        </p:nvSpPr>
        <p:spPr/>
        <p:txBody>
          <a:bodyPr/>
          <a:lstStyle/>
          <a:p>
            <a:r>
              <a:rPr lang="en-US" dirty="0"/>
              <a:t>Author: alex weru </a:t>
            </a:r>
          </a:p>
        </p:txBody>
      </p:sp>
      <p:sp>
        <p:nvSpPr>
          <p:cNvPr id="3" name="Slide Number Placeholder 2">
            <a:extLst>
              <a:ext uri="{FF2B5EF4-FFF2-40B4-BE49-F238E27FC236}">
                <a16:creationId xmlns:a16="http://schemas.microsoft.com/office/drawing/2014/main" id="{6556A3C9-6740-4558-AB5B-687741A63BDD}"/>
              </a:ext>
            </a:extLst>
          </p:cNvPr>
          <p:cNvSpPr>
            <a:spLocks noGrp="1"/>
          </p:cNvSpPr>
          <p:nvPr>
            <p:ph type="sldNum" sz="quarter" idx="17"/>
          </p:nvPr>
        </p:nvSpPr>
        <p:spPr/>
        <p:txBody>
          <a:bodyPr/>
          <a:lstStyle/>
          <a:p>
            <a:fld id="{8C2E478F-E849-4A8C-AF1F-CBCC78A7CBFA}" type="slidenum">
              <a:rPr lang="en-US" smtClean="0"/>
              <a:pPr/>
              <a:t>7</a:t>
            </a:fld>
            <a:endParaRPr lang="en-US" dirty="0"/>
          </a:p>
        </p:txBody>
      </p:sp>
      <p:sp>
        <p:nvSpPr>
          <p:cNvPr id="18" name="Rectangle 1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2"/>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6742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High School</a:t>
            </a:r>
          </a:p>
        </p:txBody>
      </p:sp>
      <p:sp>
        <p:nvSpPr>
          <p:cNvPr id="4" name="Content Placeholder 3"/>
          <p:cNvSpPr>
            <a:spLocks noGrp="1"/>
          </p:cNvSpPr>
          <p:nvPr>
            <p:ph idx="1"/>
          </p:nvPr>
        </p:nvSpPr>
        <p:spPr>
          <a:xfrm>
            <a:off x="5510539" y="1490429"/>
            <a:ext cx="6117771" cy="4148372"/>
          </a:xfrm>
        </p:spPr>
        <p:txBody>
          <a:bodyPr/>
          <a:lstStyle/>
          <a:p>
            <a:r>
              <a:rPr lang="en-US" dirty="0" err="1"/>
              <a:t>Chinga</a:t>
            </a:r>
            <a:r>
              <a:rPr lang="en-US" dirty="0"/>
              <a:t> Boys High School, the only national public secondary school in Kirinyaga, was founded in 1960. It has grown into one of the leading public secondary schools both locally and nationally. Led by the benevolent principal, Mr. Bernard Kinga, the school emphasizes academic, physical, social, moral, and spiritual growth. Located on the windward side of Mt. Kenya, it offers a serene environment for learning. The school's motto, "High We Aim," motivates students, teachers, and staff alike.</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8</a:t>
            </a:fld>
            <a:endParaRPr lang="en-US" dirty="0"/>
          </a:p>
        </p:txBody>
      </p:sp>
    </p:spTree>
    <p:extLst>
      <p:ext uri="{BB962C8B-B14F-4D97-AF65-F5344CB8AC3E}">
        <p14:creationId xmlns:p14="http://schemas.microsoft.com/office/powerpoint/2010/main" val="1142471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20000"/>
          </a:bodyPr>
          <a:lstStyle/>
          <a:p>
            <a:r>
              <a:rPr lang="en-US" dirty="0"/>
              <a:t>My love for sports, especially soccer and handball, flourished in secondary school. My fondest memory was during my third term in form one, when I first stood on the court, nervous yet excited. Though I didn't shine that day, it ignited my passion for sports. Reflecting on those early days, I decided to take sports seriously, and what started as a fun pastime became a vital part of my identity.</a:t>
            </a:r>
          </a:p>
          <a:p>
            <a:r>
              <a:rPr lang="en-US" dirty="0"/>
              <a:t>Practicing shooting hoops and watching my favorite players during entertainment hours brought me happiness and taught me dedication and hard work. Over the years, I improved my skills and joined school teams, forming priceless camaraderie with teammates. Whether we won or lost, our shared experiences off the court enriched my high school journey.</a:t>
            </a:r>
          </a:p>
          <a:p>
            <a:endParaRPr lang="en-US" dirty="0"/>
          </a:p>
        </p:txBody>
      </p:sp>
      <p:sp>
        <p:nvSpPr>
          <p:cNvPr id="5" name="Text Placeholder 4"/>
          <p:cNvSpPr>
            <a:spLocks noGrp="1"/>
          </p:cNvSpPr>
          <p:nvPr>
            <p:ph type="body" idx="13"/>
          </p:nvPr>
        </p:nvSpPr>
        <p:spPr/>
        <p:txBody>
          <a:bodyPr/>
          <a:lstStyle/>
          <a:p>
            <a:r>
              <a:rPr lang="en-US" dirty="0"/>
              <a:t>High School Life</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9</a:t>
            </a:fld>
            <a:endParaRPr lang="en-US" dirty="0"/>
          </a:p>
        </p:txBody>
      </p:sp>
    </p:spTree>
    <p:extLst>
      <p:ext uri="{BB962C8B-B14F-4D97-AF65-F5344CB8AC3E}">
        <p14:creationId xmlns:p14="http://schemas.microsoft.com/office/powerpoint/2010/main" val="4017803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r>
              <a:rPr lang="en-US" dirty="0"/>
              <a:t>I adopted a serious approach to my studies while juggling basketball, handball, and various extracurricular activities. I wasn't the top student, but I was committed. Team sports taught me dedication and the importance of collaboration. Each game boosted my confidence and established friendships that made high school enjoyable.</a:t>
            </a:r>
          </a:p>
          <a:p>
            <a:r>
              <a:rPr lang="en-US" dirty="0"/>
              <a:t>My involvement in clubs like Red Cross, Young Farmers, Wildlife &amp; Tourism, and journalism enriched my high school experience. As a member of the school scout troop, I learned valuable life skills like discipline and leadership. These experiences shaped my worldview, teaching me responsibility and teamwork.</a:t>
            </a:r>
          </a:p>
          <a:p>
            <a:endParaRPr lang="en-US" dirty="0"/>
          </a:p>
        </p:txBody>
      </p:sp>
      <p:sp>
        <p:nvSpPr>
          <p:cNvPr id="5" name="Text Placeholder 4"/>
          <p:cNvSpPr>
            <a:spLocks noGrp="1"/>
          </p:cNvSpPr>
          <p:nvPr>
            <p:ph type="body" idx="13"/>
          </p:nvPr>
        </p:nvSpPr>
        <p:spPr/>
        <p:txBody>
          <a:bodyPr/>
          <a:lstStyle/>
          <a:p>
            <a:r>
              <a:rPr lang="en-US" dirty="0"/>
              <a:t>High School Life</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10</a:t>
            </a:fld>
            <a:endParaRPr lang="en-US" dirty="0"/>
          </a:p>
        </p:txBody>
      </p:sp>
    </p:spTree>
    <p:extLst>
      <p:ext uri="{BB962C8B-B14F-4D97-AF65-F5344CB8AC3E}">
        <p14:creationId xmlns:p14="http://schemas.microsoft.com/office/powerpoint/2010/main" val="3294079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20000"/>
          </a:bodyPr>
          <a:lstStyle/>
          <a:p>
            <a:r>
              <a:rPr lang="en-US" dirty="0"/>
              <a:t>After completing high school, I received a letter from KUCCPS indicating my earlier choice of school. However, things took a different turn, and I decided to reapply to different universities and courses. With extensive research, aid, and preparation, I applied to several schools, including DeKUT and JKUAT. The process was both daunting and thrilling.</a:t>
            </a:r>
          </a:p>
          <a:p>
            <a:r>
              <a:rPr lang="en-US" dirty="0"/>
              <a:t>Applying to tertiary schools was rigorous and tedious. I spent countless hours researching universities, reading about programs, campus culture, and alumni success stories. I crafted my personal statement, highlighting my achievements, activities, and aspirations. Documents like the KCSE leaving certificate and result slip were crucial. I sought feedback from teachers, mentors, peers, and family to strengthen my application.</a:t>
            </a:r>
          </a:p>
          <a:p>
            <a:endParaRPr lang="en-US" dirty="0"/>
          </a:p>
        </p:txBody>
      </p:sp>
      <p:sp>
        <p:nvSpPr>
          <p:cNvPr id="5" name="Text Placeholder 4"/>
          <p:cNvSpPr>
            <a:spLocks noGrp="1"/>
          </p:cNvSpPr>
          <p:nvPr>
            <p:ph type="body" idx="13"/>
          </p:nvPr>
        </p:nvSpPr>
        <p:spPr/>
        <p:txBody>
          <a:bodyPr/>
          <a:lstStyle/>
          <a:p>
            <a:r>
              <a:rPr lang="en-US" dirty="0"/>
              <a:t>Campus Life</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11</a:t>
            </a:fld>
            <a:endParaRPr lang="en-US" dirty="0"/>
          </a:p>
        </p:txBody>
      </p:sp>
    </p:spTree>
    <p:extLst>
      <p:ext uri="{BB962C8B-B14F-4D97-AF65-F5344CB8AC3E}">
        <p14:creationId xmlns:p14="http://schemas.microsoft.com/office/powerpoint/2010/main" val="907455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Dedan Kimathi University of Technology, named after a famous hero and freedom fighter, has an excellent reputation. Located in Nyeri County, it spans about 1,000 acres with natural forests, coffee plantations, and open space for expansion. The institution is well-equipped with facilities and equipment to enhance students' studies, providing holistic and quality education along with extracurricular activities.</a:t>
            </a:r>
          </a:p>
        </p:txBody>
      </p:sp>
      <p:sp>
        <p:nvSpPr>
          <p:cNvPr id="5" name="Text Placeholder 4"/>
          <p:cNvSpPr>
            <a:spLocks noGrp="1"/>
          </p:cNvSpPr>
          <p:nvPr>
            <p:ph type="body" idx="13"/>
          </p:nvPr>
        </p:nvSpPr>
        <p:spPr/>
        <p:txBody>
          <a:bodyPr/>
          <a:lstStyle/>
          <a:p>
            <a:r>
              <a:rPr lang="en-US" dirty="0"/>
              <a:t>School Admission</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12</a:t>
            </a:fld>
            <a:endParaRPr lang="en-US" dirty="0"/>
          </a:p>
        </p:txBody>
      </p:sp>
    </p:spTree>
    <p:extLst>
      <p:ext uri="{BB962C8B-B14F-4D97-AF65-F5344CB8AC3E}">
        <p14:creationId xmlns:p14="http://schemas.microsoft.com/office/powerpoint/2010/main" val="2537468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lnSpcReduction="10000"/>
          </a:bodyPr>
          <a:lstStyle/>
          <a:p>
            <a:r>
              <a:rPr lang="en-US" dirty="0"/>
              <a:t>Reporting to the university's main campus marked the transition from high school to college life. For accommodation, I chose dorms, which allowed me to form close connections with fellow students and access resources.</a:t>
            </a:r>
          </a:p>
          <a:p>
            <a:r>
              <a:rPr lang="en-US" dirty="0"/>
              <a:t>During the four years in university, I have achieved several personal milestones. I completed a significant final year project creating a web application to manage different operations in dental clinic, it was also to help automate the both customer and administrative services. I worked on the project for a period of six months that the school had allocated for everyone. </a:t>
            </a:r>
          </a:p>
          <a:p>
            <a:endParaRPr lang="en-US" dirty="0"/>
          </a:p>
        </p:txBody>
      </p:sp>
      <p:sp>
        <p:nvSpPr>
          <p:cNvPr id="5" name="Text Placeholder 4"/>
          <p:cNvSpPr>
            <a:spLocks noGrp="1"/>
          </p:cNvSpPr>
          <p:nvPr>
            <p:ph type="body" idx="13"/>
          </p:nvPr>
        </p:nvSpPr>
        <p:spPr/>
        <p:txBody>
          <a:bodyPr/>
          <a:lstStyle/>
          <a:p>
            <a:r>
              <a:rPr lang="en-US" dirty="0"/>
              <a:t>School Life</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13</a:t>
            </a:fld>
            <a:endParaRPr lang="en-US" dirty="0"/>
          </a:p>
        </p:txBody>
      </p:sp>
    </p:spTree>
    <p:extLst>
      <p:ext uri="{BB962C8B-B14F-4D97-AF65-F5344CB8AC3E}">
        <p14:creationId xmlns:p14="http://schemas.microsoft.com/office/powerpoint/2010/main" val="3668066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As I now navigate my campus life at Dedan Kimathi University, I am keenly focused on my studies and actively engage in various student organizations.</a:t>
            </a:r>
          </a:p>
          <a:p>
            <a:r>
              <a:rPr lang="en-US" dirty="0"/>
              <a:t> My experience has reinforced my passion for technology and innovation, leading me to pursue a career in software development. </a:t>
            </a:r>
          </a:p>
          <a:p>
            <a:r>
              <a:rPr lang="en-US" dirty="0"/>
              <a:t>My ambition is to secure an internship to gain practical experience and further hone my skills.</a:t>
            </a:r>
          </a:p>
          <a:p>
            <a:pPr marL="0" indent="0">
              <a:buNone/>
            </a:pPr>
            <a:endParaRPr lang="en-US" dirty="0"/>
          </a:p>
          <a:p>
            <a:endParaRPr lang="en-US" dirty="0"/>
          </a:p>
        </p:txBody>
      </p:sp>
      <p:sp>
        <p:nvSpPr>
          <p:cNvPr id="5" name="Text Placeholder 4"/>
          <p:cNvSpPr>
            <a:spLocks noGrp="1"/>
          </p:cNvSpPr>
          <p:nvPr>
            <p:ph type="body" idx="13"/>
          </p:nvPr>
        </p:nvSpPr>
        <p:spPr/>
        <p:txBody>
          <a:bodyPr/>
          <a:lstStyle/>
          <a:p>
            <a:r>
              <a:rPr lang="en-US" dirty="0"/>
              <a:t>Life in School</a:t>
            </a:r>
          </a:p>
        </p:txBody>
      </p:sp>
      <p:sp>
        <p:nvSpPr>
          <p:cNvPr id="6" name="Footer Placeholder 5"/>
          <p:cNvSpPr>
            <a:spLocks noGrp="1"/>
          </p:cNvSpPr>
          <p:nvPr>
            <p:ph type="ftr" sz="quarter" idx="16"/>
          </p:nvPr>
        </p:nvSpPr>
        <p:spPr/>
        <p:txBody>
          <a:bodyPr/>
          <a:lstStyle/>
          <a:p>
            <a:r>
              <a:rPr lang="en-US" dirty="0"/>
              <a:t>Author: alex weru </a:t>
            </a:r>
          </a:p>
        </p:txBody>
      </p:sp>
      <p:sp>
        <p:nvSpPr>
          <p:cNvPr id="7" name="Slide Number Placeholder 6"/>
          <p:cNvSpPr>
            <a:spLocks noGrp="1"/>
          </p:cNvSpPr>
          <p:nvPr>
            <p:ph type="sldNum" sz="quarter" idx="17"/>
          </p:nvPr>
        </p:nvSpPr>
        <p:spPr/>
        <p:txBody>
          <a:bodyPr/>
          <a:lstStyle/>
          <a:p>
            <a:fld id="{8C2E478F-E849-4A8C-AF1F-CBCC78A7CBFA}" type="slidenum">
              <a:rPr lang="en-US" smtClean="0"/>
              <a:pPr/>
              <a:t>14</a:t>
            </a:fld>
            <a:endParaRPr lang="en-US" dirty="0"/>
          </a:p>
        </p:txBody>
      </p:sp>
    </p:spTree>
    <p:extLst>
      <p:ext uri="{BB962C8B-B14F-4D97-AF65-F5344CB8AC3E}">
        <p14:creationId xmlns:p14="http://schemas.microsoft.com/office/powerpoint/2010/main" val="2417718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F3342"/>
        </a:solidFill>
        <a:effectLst/>
      </p:bgPr>
    </p:bg>
    <p:spTree>
      <p:nvGrpSpPr>
        <p:cNvPr id="1" name=""/>
        <p:cNvGrpSpPr/>
        <p:nvPr/>
      </p:nvGrpSpPr>
      <p:grpSpPr>
        <a:xfrm>
          <a:off x="0" y="0"/>
          <a:ext cx="0" cy="0"/>
          <a:chOff x="0" y="0"/>
          <a:chExt cx="0" cy="0"/>
        </a:xfrm>
      </p:grpSpPr>
      <p:pic>
        <p:nvPicPr>
          <p:cNvPr id="5" name="Picture Placeholder 4" descr="Triangular design ceiling">
            <a:extLst>
              <a:ext uri="{FF2B5EF4-FFF2-40B4-BE49-F238E27FC236}">
                <a16:creationId xmlns:a16="http://schemas.microsoft.com/office/drawing/2014/main" id="{ECE6809B-9586-4FFC-9D20-26C51CA9653B}"/>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a:fillRect/>
          </a:stretch>
        </p:blipFill>
        <p:spPr/>
      </p:pic>
      <p:sp>
        <p:nvSpPr>
          <p:cNvPr id="35" name="Rectangle 34">
            <a:extLst>
              <a:ext uri="{FF2B5EF4-FFF2-40B4-BE49-F238E27FC236}">
                <a16:creationId xmlns:a16="http://schemas.microsoft.com/office/drawing/2014/main" id="{B6C8E487-ADDC-4F1B-A30A-BAABB4998F49}"/>
              </a:ext>
              <a:ext uri="{C183D7F6-B498-43B3-948B-1728B52AA6E4}">
                <adec:decorative xmlns:adec="http://schemas.microsoft.com/office/drawing/2017/decorative" val="1"/>
              </a:ext>
            </a:extLst>
          </p:cNvPr>
          <p:cNvSpPr/>
          <p:nvPr/>
        </p:nvSpPr>
        <p:spPr>
          <a:xfrm>
            <a:off x="-35508" y="20298"/>
            <a:ext cx="12192000" cy="6858000"/>
          </a:xfrm>
          <a:prstGeom prst="rect">
            <a:avLst/>
          </a:prstGeom>
          <a:solidFill>
            <a:srgbClr val="2F334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11BEC607-8474-408E-A7AC-48A065F31B63}"/>
              </a:ext>
              <a:ext uri="{C183D7F6-B498-43B3-948B-1728B52AA6E4}">
                <adec:decorative xmlns:adec="http://schemas.microsoft.com/office/drawing/2017/decorative" val="1"/>
              </a:ext>
            </a:extLst>
          </p:cNvPr>
          <p:cNvGrpSpPr/>
          <p:nvPr/>
        </p:nvGrpSpPr>
        <p:grpSpPr>
          <a:xfrm flipH="1">
            <a:off x="2076202" y="1374276"/>
            <a:ext cx="7324426" cy="3883523"/>
            <a:chOff x="252031" y="-22763"/>
            <a:chExt cx="7324426" cy="7269964"/>
          </a:xfrm>
        </p:grpSpPr>
        <p:sp>
          <p:nvSpPr>
            <p:cNvPr id="42" name="Rectangle 41">
              <a:extLst>
                <a:ext uri="{FF2B5EF4-FFF2-40B4-BE49-F238E27FC236}">
                  <a16:creationId xmlns:a16="http://schemas.microsoft.com/office/drawing/2014/main" id="{B601E3FC-2016-4085-9A4B-A172702EAAE1}"/>
                </a:ext>
                <a:ext uri="{C183D7F6-B498-43B3-948B-1728B52AA6E4}">
                  <adec:decorative xmlns:adec="http://schemas.microsoft.com/office/drawing/2017/decorative" val="1"/>
                </a:ext>
              </a:extLst>
            </p:cNvPr>
            <p:cNvSpPr/>
            <p:nvPr userDrawn="1"/>
          </p:nvSpPr>
          <p:spPr>
            <a:xfrm>
              <a:off x="979714" y="1181211"/>
              <a:ext cx="6117771" cy="6065990"/>
            </a:xfrm>
            <a:prstGeom prst="rect">
              <a:avLst/>
            </a:prstGeom>
            <a:gradFill>
              <a:gsLst>
                <a:gs pos="0">
                  <a:srgbClr val="038B30">
                    <a:alpha val="70000"/>
                  </a:srgbClr>
                </a:gs>
                <a:gs pos="100000">
                  <a:srgbClr val="C0F400">
                    <a:alpha val="70000"/>
                  </a:srgbClr>
                </a:gs>
                <a:gs pos="50000">
                  <a:srgbClr val="05EE55">
                    <a:alpha val="70000"/>
                  </a:srgb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CBF662F-A198-4AD3-8EBC-0EC9A52B2994}"/>
                </a:ext>
                <a:ext uri="{C183D7F6-B498-43B3-948B-1728B52AA6E4}">
                  <adec:decorative xmlns:adec="http://schemas.microsoft.com/office/drawing/2017/decorative" val="1"/>
                </a:ext>
              </a:extLst>
            </p:cNvPr>
            <p:cNvSpPr/>
            <p:nvPr userDrawn="1"/>
          </p:nvSpPr>
          <p:spPr>
            <a:xfrm>
              <a:off x="500743" y="-22763"/>
              <a:ext cx="7075714" cy="5878284"/>
            </a:xfrm>
            <a:prstGeom prst="rect">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142E86C5-8E5F-4620-A4FB-D1F926179D18}"/>
                </a:ext>
                <a:ext uri="{C183D7F6-B498-43B3-948B-1728B52AA6E4}">
                  <adec:decorative xmlns:adec="http://schemas.microsoft.com/office/drawing/2017/decorative" val="1"/>
                </a:ext>
              </a:extLst>
            </p:cNvPr>
            <p:cNvSpPr/>
            <p:nvPr userDrawn="1"/>
          </p:nvSpPr>
          <p:spPr>
            <a:xfrm>
              <a:off x="252031" y="655467"/>
              <a:ext cx="6475341" cy="5701790"/>
            </a:xfrm>
            <a:prstGeom prst="rect">
              <a:avLst/>
            </a:prstGeom>
            <a:solidFill>
              <a:srgbClr val="2F3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7E0E8055-17FA-43CE-9F03-E712F496B7CF}"/>
              </a:ext>
            </a:extLst>
          </p:cNvPr>
          <p:cNvSpPr>
            <a:spLocks noGrp="1"/>
          </p:cNvSpPr>
          <p:nvPr>
            <p:ph type="ctrTitle"/>
          </p:nvPr>
        </p:nvSpPr>
        <p:spPr/>
        <p:txBody>
          <a:bodyPr anchor="ctr"/>
          <a:lstStyle/>
          <a:p>
            <a:r>
              <a:rPr lang="en-US" dirty="0"/>
              <a:t>The end</a:t>
            </a:r>
          </a:p>
        </p:txBody>
      </p:sp>
      <p:sp>
        <p:nvSpPr>
          <p:cNvPr id="10" name="Subtitle 9">
            <a:extLst>
              <a:ext uri="{FF2B5EF4-FFF2-40B4-BE49-F238E27FC236}">
                <a16:creationId xmlns:a16="http://schemas.microsoft.com/office/drawing/2014/main" id="{3E9BAE4F-16CE-4F5D-9BC7-2CB992790F2F}"/>
              </a:ext>
            </a:extLst>
          </p:cNvPr>
          <p:cNvSpPr>
            <a:spLocks noGrp="1"/>
          </p:cNvSpPr>
          <p:nvPr>
            <p:ph type="subTitle" idx="1"/>
          </p:nvPr>
        </p:nvSpPr>
        <p:spPr/>
        <p:txBody>
          <a:bodyPr/>
          <a:lstStyle/>
          <a:p>
            <a:r>
              <a:rPr lang="en-US" dirty="0"/>
              <a:t>Thank You</a:t>
            </a:r>
          </a:p>
        </p:txBody>
      </p:sp>
      <p:sp>
        <p:nvSpPr>
          <p:cNvPr id="2" name="Footer Placeholder 1">
            <a:extLst>
              <a:ext uri="{FF2B5EF4-FFF2-40B4-BE49-F238E27FC236}">
                <a16:creationId xmlns:a16="http://schemas.microsoft.com/office/drawing/2014/main" id="{9FE3A4F2-29CE-4C57-A172-6A0D63EFD700}"/>
              </a:ext>
            </a:extLst>
          </p:cNvPr>
          <p:cNvSpPr>
            <a:spLocks noGrp="1"/>
          </p:cNvSpPr>
          <p:nvPr>
            <p:ph type="ftr" sz="quarter" idx="4294967295"/>
          </p:nvPr>
        </p:nvSpPr>
        <p:spPr>
          <a:xfrm>
            <a:off x="595884" y="6468303"/>
            <a:ext cx="4114800" cy="365125"/>
          </a:xfrm>
        </p:spPr>
        <p:txBody>
          <a:bodyPr/>
          <a:lstStyle/>
          <a:p>
            <a:r>
              <a:rPr lang="en-US" dirty="0"/>
              <a:t>Author: alex weru </a:t>
            </a:r>
          </a:p>
        </p:txBody>
      </p:sp>
      <p:sp>
        <p:nvSpPr>
          <p:cNvPr id="25" name="Rectangle: Single Corner Snipped 24" descr="Footer accent box">
            <a:extLst>
              <a:ext uri="{FF2B5EF4-FFF2-40B4-BE49-F238E27FC236}">
                <a16:creationId xmlns:a16="http://schemas.microsoft.com/office/drawing/2014/main" id="{ADA66B68-D364-4C11-9AA9-052CEAC914E1}"/>
              </a:ext>
            </a:extLst>
          </p:cNvPr>
          <p:cNvSpPr/>
          <p:nvPr/>
        </p:nvSpPr>
        <p:spPr>
          <a:xfrm flipH="1">
            <a:off x="11549269" y="6356350"/>
            <a:ext cx="642731" cy="501650"/>
          </a:xfrm>
          <a:prstGeom prst="snip1Rect">
            <a:avLst/>
          </a:prstGeom>
          <a:gradFill>
            <a:gsLst>
              <a:gs pos="0">
                <a:srgbClr val="038B30">
                  <a:alpha val="70000"/>
                </a:srgbClr>
              </a:gs>
              <a:gs pos="50000">
                <a:srgbClr val="05EE55">
                  <a:alpha val="70000"/>
                </a:srgbClr>
              </a:gs>
              <a:gs pos="100000">
                <a:srgbClr val="C0F4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Slide Number Placeholder 5">
            <a:extLst>
              <a:ext uri="{FF2B5EF4-FFF2-40B4-BE49-F238E27FC236}">
                <a16:creationId xmlns:a16="http://schemas.microsoft.com/office/drawing/2014/main" id="{7B17F9E2-0E31-4010-80D8-F343F24E6E14}"/>
              </a:ext>
            </a:extLst>
          </p:cNvPr>
          <p:cNvSpPr>
            <a:spLocks noGrp="1"/>
          </p:cNvSpPr>
          <p:nvPr>
            <p:ph type="sldNum" sz="quarter" idx="4294967295"/>
          </p:nvPr>
        </p:nvSpPr>
        <p:spPr>
          <a:xfrm>
            <a:off x="11549268" y="6413649"/>
            <a:ext cx="642731" cy="407804"/>
          </a:xfrm>
          <a:prstGeom prst="rect">
            <a:avLst/>
          </a:prstGeom>
        </p:spPr>
        <p:txBody>
          <a:bodyPr vert="horz" lIns="91440" tIns="45720" rIns="91440" bIns="45720" rtlCol="0" anchor="ctr"/>
          <a:lstStyle>
            <a:lvl1pPr algn="ctr">
              <a:defRPr sz="1200">
                <a:solidFill>
                  <a:schemeClr val="bg1"/>
                </a:solidFill>
              </a:defRPr>
            </a:lvl1pPr>
          </a:lstStyle>
          <a:p>
            <a:fld id="{8C2E478F-E849-4A8C-AF1F-CBCC78A7CBFA}" type="slidenum">
              <a:rPr lang="en-US" smtClean="0"/>
              <a:pPr/>
              <a:t>15</a:t>
            </a:fld>
            <a:endParaRPr lang="en-US" dirty="0"/>
          </a:p>
        </p:txBody>
      </p:sp>
    </p:spTree>
    <p:extLst>
      <p:ext uri="{BB962C8B-B14F-4D97-AF65-F5344CB8AC3E}">
        <p14:creationId xmlns:p14="http://schemas.microsoft.com/office/powerpoint/2010/main" val="207078912"/>
      </p:ext>
    </p:extLst>
  </p:cSld>
  <p:clrMapOvr>
    <a:masterClrMapping/>
  </p:clrMapOvr>
</p:sld>
</file>

<file path=ppt/theme/theme1.xml><?xml version="1.0" encoding="utf-8"?>
<a:theme xmlns:a="http://schemas.openxmlformats.org/drawingml/2006/main" name="Office Theme">
  <a:themeElements>
    <a:clrScheme name="Custom 8">
      <a:dk1>
        <a:sysClr val="windowText" lastClr="000000"/>
      </a:dk1>
      <a:lt1>
        <a:sysClr val="window" lastClr="FFFFFF"/>
      </a:lt1>
      <a:dk2>
        <a:srgbClr val="44546A"/>
      </a:dk2>
      <a:lt2>
        <a:srgbClr val="E7E6E6"/>
      </a:lt2>
      <a:accent1>
        <a:srgbClr val="C0F400"/>
      </a:accent1>
      <a:accent2>
        <a:srgbClr val="05D74D"/>
      </a:accent2>
      <a:accent3>
        <a:srgbClr val="2F3342"/>
      </a:accent3>
      <a:accent4>
        <a:srgbClr val="038B30"/>
      </a:accent4>
      <a:accent5>
        <a:srgbClr val="05EE55"/>
      </a:accent5>
      <a:accent6>
        <a:srgbClr val="70AD47"/>
      </a:accent6>
      <a:hlink>
        <a:srgbClr val="05D74D"/>
      </a:hlink>
      <a:folHlink>
        <a:srgbClr val="C0F400"/>
      </a:folHlink>
    </a:clrScheme>
    <a:fontScheme name="Custom 5">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357351_Dark modernist presentation_mlw -v2" id="{02C8D846-7DC8-4EFF-94D8-823DF779E3A7}" vid="{402D83F6-A512-43E7-B905-390BB489C0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7f9b5e87859ce6d7eedbdc6e4e4205c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5e0075ee7624d6a846e01eb6183742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26A0F1FB-B1B3-48EC-BFEE-FC0094A34C28}">
  <ds:schemaRefs>
    <ds:schemaRef ds:uri="http://schemas.microsoft.com/sharepoint/v3/contenttype/forms"/>
  </ds:schemaRefs>
</ds:datastoreItem>
</file>

<file path=customXml/itemProps2.xml><?xml version="1.0" encoding="utf-8"?>
<ds:datastoreItem xmlns:ds="http://schemas.openxmlformats.org/officeDocument/2006/customXml" ds:itemID="{1B834546-CF5A-40F0-B105-33C88EC059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1340EA-4D3D-470F-B5D6-C0F62307940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Dark modernist presentation</Template>
  <TotalTime>0</TotalTime>
  <Words>1244</Words>
  <Application>Microsoft Office PowerPoint</Application>
  <PresentationFormat>Widescreen</PresentationFormat>
  <Paragraphs>105</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Who Is  WERU ALEX NGARI?</vt:lpstr>
      <vt:lpstr>Introduction</vt:lpstr>
      <vt:lpstr>Early life</vt:lpstr>
      <vt:lpstr>PowerPoint Presentation</vt:lpstr>
      <vt:lpstr>Title</vt:lpstr>
      <vt:lpstr>Family and interests</vt:lpstr>
      <vt:lpstr>Challenges and growth</vt:lpstr>
      <vt:lpstr>High School</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2024-08-05T09:36:28Z</dcterms:created>
  <dcterms:modified xsi:type="dcterms:W3CDTF">2026-03-23T07:35:53Z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