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sldIdLst>
    <p:sldId id="278" r:id="rId5"/>
    <p:sldId id="279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81" r:id="rId15"/>
    <p:sldId id="29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CA05B9E-E236-4C9D-85E2-8801FF042122}">
          <p14:sldIdLst>
            <p14:sldId id="278"/>
            <p14:sldId id="279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Untitled Section" id="{AFC93AA9-016B-4ACE-9B58-7F1E4E913E28}">
          <p14:sldIdLst>
            <p14:sldId id="281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739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291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477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8148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496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051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544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999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16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1684" y="1500996"/>
            <a:ext cx="3663352" cy="3234906"/>
          </a:xfrm>
        </p:spPr>
        <p:txBody>
          <a:bodyPr>
            <a:normAutofit fontScale="90000"/>
          </a:bodyPr>
          <a:lstStyle/>
          <a:p>
            <a:pPr algn="l"/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                                                                                                     </a:t>
            </a:r>
            <a:r>
              <a:rPr lang="en-US" sz="2400" b="1" i="1" dirty="0"/>
              <a:t>Challenges Facing Modern Society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                                                                                                                                                                                                      </a:t>
            </a:r>
            <a:br>
              <a:rPr lang="en-US" sz="2400" dirty="0"/>
            </a:br>
            <a:r>
              <a:rPr lang="en-US" sz="2400" dirty="0"/>
              <a:t>Impact of Globalization, Technology, and Changing Lifestyles</a:t>
            </a:r>
            <a:br>
              <a:rPr lang="en-US" sz="2400" dirty="0"/>
            </a:b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2"/>
            <a:ext cx="3663352" cy="1374477"/>
          </a:xfrm>
        </p:spPr>
        <p:txBody>
          <a:bodyPr>
            <a:normAutofit/>
          </a:bodyPr>
          <a:lstStyle/>
          <a:p>
            <a:pPr algn="l"/>
            <a:r>
              <a:rPr lang="en-US" sz="1200" b="1" dirty="0"/>
              <a:t>Presented by </a:t>
            </a:r>
          </a:p>
          <a:p>
            <a:pPr algn="l"/>
            <a:r>
              <a:rPr lang="en-US" sz="2400" b="1" dirty="0"/>
              <a:t>Name:</a:t>
            </a:r>
            <a:r>
              <a:rPr lang="en-US" sz="2400" dirty="0"/>
              <a:t> ALEX WERU</a:t>
            </a:r>
          </a:p>
          <a:p>
            <a:pPr algn="l"/>
            <a:r>
              <a:rPr lang="en-US" sz="2400"/>
              <a:t>C025-01-2514/2021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000" b="1" dirty="0"/>
              <a:t>Introduction</a:t>
            </a:r>
            <a:br>
              <a:rPr lang="en-US" sz="4000" b="1" dirty="0"/>
            </a:b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Modern society is rapidly evolving due to globalization and technology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These changes bring both opportunities and serious challenges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Many problems affect individuals, communities, and governments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Ignoring these challenges can lead to long-term negative consequences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9011"/>
            <a:ext cx="4538124" cy="1846053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US" sz="4000" b="1" dirty="0"/>
            </a:br>
            <a:r>
              <a:rPr lang="en-US" sz="4000" b="1" dirty="0"/>
              <a:t>Causes of Modern Challenges</a:t>
            </a:r>
            <a:br>
              <a:rPr lang="en-US" sz="4000" b="1" dirty="0"/>
            </a:b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Globalization connects economies but increases inequality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Industrialization leads to environmental and social issues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Technological advancement changes human behavior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Changing lifestyles affect values, health, and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84154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9011"/>
            <a:ext cx="4538124" cy="1846053"/>
          </a:xfrm>
        </p:spPr>
        <p:txBody>
          <a:bodyPr anchor="b">
            <a:normAutofit/>
          </a:bodyPr>
          <a:lstStyle/>
          <a:p>
            <a:pPr algn="l"/>
            <a:br>
              <a:rPr lang="en-US" sz="5400" b="1" dirty="0"/>
            </a:br>
            <a:r>
              <a:rPr lang="en-US" sz="5400" dirty="0"/>
              <a:t>Corruption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Corruption is unethical behavior for personal gain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Common in politics, business, and leadership positions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Leads to misuse of public resources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Reduces trust in government and institutions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9567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586596"/>
            <a:ext cx="4538124" cy="1061050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US" sz="4000" b="1" dirty="0"/>
            </a:br>
            <a:r>
              <a:rPr lang="en-US" sz="4000" b="1" dirty="0"/>
              <a:t>Effects of Corruption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92500"/>
          </a:bodyPr>
          <a:lstStyle/>
          <a:p>
            <a:r>
              <a:rPr lang="en-US" sz="2800" dirty="0"/>
              <a:t>Slows economic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Increases poverty and inequality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Limits access to basic services (healthcare, education)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Weakens democracy and justice systems</a:t>
            </a:r>
          </a:p>
        </p:txBody>
      </p:sp>
    </p:spTree>
    <p:extLst>
      <p:ext uri="{BB962C8B-B14F-4D97-AF65-F5344CB8AC3E}">
        <p14:creationId xmlns:p14="http://schemas.microsoft.com/office/powerpoint/2010/main" val="265893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586596"/>
            <a:ext cx="4538124" cy="1061050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US" sz="4000" b="1" dirty="0"/>
            </a:br>
            <a:r>
              <a:rPr lang="en-US" sz="4000" b="1" dirty="0"/>
              <a:t>Education Disparity</a:t>
            </a: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Unequal access to quality education resources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Affects marginalized groups (girls, low-income communities)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Lack of teachers, books, and technology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Limits opportunities for future success</a:t>
            </a:r>
          </a:p>
        </p:txBody>
      </p:sp>
    </p:spTree>
    <p:extLst>
      <p:ext uri="{BB962C8B-B14F-4D97-AF65-F5344CB8AC3E}">
        <p14:creationId xmlns:p14="http://schemas.microsoft.com/office/powerpoint/2010/main" val="388518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586596"/>
            <a:ext cx="4538124" cy="1061050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US" sz="4000" b="1" dirty="0"/>
            </a:br>
            <a:r>
              <a:rPr lang="en-US" sz="4000" b="1" dirty="0"/>
              <a:t>Effects of Education Inequality</a:t>
            </a: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Increases poverty cycle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Reduces employment opportunities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Slows national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Creates social divisions</a:t>
            </a:r>
          </a:p>
        </p:txBody>
      </p:sp>
    </p:spTree>
    <p:extLst>
      <p:ext uri="{BB962C8B-B14F-4D97-AF65-F5344CB8AC3E}">
        <p14:creationId xmlns:p14="http://schemas.microsoft.com/office/powerpoint/2010/main" val="590333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586596"/>
            <a:ext cx="4538124" cy="1061050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US" sz="4000" b="1" dirty="0"/>
            </a:br>
            <a:r>
              <a:rPr lang="en-US" sz="4000" b="1" dirty="0"/>
              <a:t>Internet Addiction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indent="0">
              <a:buNone/>
            </a:pPr>
            <a:r>
              <a:rPr lang="en-US" sz="2000" b="1" dirty="0"/>
              <a:t> .   </a:t>
            </a:r>
            <a:r>
              <a:rPr lang="en-US" sz="2000" dirty="0"/>
              <a:t>Overuse of internet and digital devices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Common among teenagers and youth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Affects mental health and productivity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Reduces real-life social interaction</a:t>
            </a:r>
          </a:p>
        </p:txBody>
      </p:sp>
    </p:spTree>
    <p:extLst>
      <p:ext uri="{BB962C8B-B14F-4D97-AF65-F5344CB8AC3E}">
        <p14:creationId xmlns:p14="http://schemas.microsoft.com/office/powerpoint/2010/main" val="3665626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586596"/>
            <a:ext cx="4538124" cy="1061050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Pollution</a:t>
            </a:r>
            <a:br>
              <a:rPr lang="en-US" sz="4000" b="1" dirty="0"/>
            </a:b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Caused by industrialization and technological growth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Includes air, water, and land pollution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Harms human health and ecosystems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Contributes to climate change</a:t>
            </a:r>
          </a:p>
        </p:txBody>
      </p:sp>
    </p:spTree>
    <p:extLst>
      <p:ext uri="{BB962C8B-B14F-4D97-AF65-F5344CB8AC3E}">
        <p14:creationId xmlns:p14="http://schemas.microsoft.com/office/powerpoint/2010/main" val="386615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370936"/>
            <a:ext cx="4538124" cy="1587261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US" sz="4000" b="1" dirty="0"/>
            </a:br>
            <a:br>
              <a:rPr lang="en-US" sz="4000" b="1" dirty="0"/>
            </a:br>
            <a:br>
              <a:rPr lang="en-US" sz="4000" b="1" dirty="0"/>
            </a:br>
            <a:r>
              <a:rPr lang="en-US" sz="4000" dirty="0"/>
              <a:t>	</a:t>
            </a:r>
            <a:r>
              <a:rPr lang="en-US" sz="4000" b="1" dirty="0"/>
              <a:t>Conclusion &amp; Solutions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000" b="1" dirty="0"/>
              <a:t>: </a:t>
            </a:r>
            <a:r>
              <a:rPr lang="en-US" sz="2000" dirty="0"/>
              <a:t>Modern challenges require collective 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Promote ethical leadership to fight corruption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Ensure equal access to education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Encourage responsible use of technology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Protect the environment through sustainable practices</a:t>
            </a:r>
          </a:p>
        </p:txBody>
      </p:sp>
    </p:spTree>
    <p:extLst>
      <p:ext uri="{BB962C8B-B14F-4D97-AF65-F5344CB8AC3E}">
        <p14:creationId xmlns:p14="http://schemas.microsoft.com/office/powerpoint/2010/main" val="1691376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3E48-9E43-4BE7-BB2E-03630A960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4867-A18C-BDA4-C621-05D163DC7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4FA6E-4A75-B5AB-266D-E12508BFF150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27618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21A3C-ABED-C8E8-8132-5C37EE27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47C3-F29F-5020-A3BB-6C9EDCCA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69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7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8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9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0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{7A860DA8-8AEF-4BD7-B74C-2E1550D06972}TFe742eee6-54b3-45e8-a03d-f3d997f9b6caf6c338c2_win32-3734725ae7e2</Template>
  <TotalTime>14</TotalTime>
  <Words>310</Words>
  <Application>Microsoft Office PowerPoint</Application>
  <PresentationFormat>Widescreen</PresentationFormat>
  <Paragraphs>60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Goudy Old Style</vt:lpstr>
      <vt:lpstr>Wingdings 2</vt:lpstr>
      <vt:lpstr>SlateVTI</vt:lpstr>
      <vt:lpstr>                                                                                                        Challenges Facing Modern Society                                                                                                                                                                                                          Impact of Globalization, Technology, and Changing Lifestyles </vt:lpstr>
      <vt:lpstr>Introduction  </vt:lpstr>
      <vt:lpstr> Causes of Modern Challenges  </vt:lpstr>
      <vt:lpstr> Corruption</vt:lpstr>
      <vt:lpstr> Effects of Corruption   </vt:lpstr>
      <vt:lpstr> Education Disparity </vt:lpstr>
      <vt:lpstr> Effects of Education Inequality </vt:lpstr>
      <vt:lpstr> Internet Addiction </vt:lpstr>
      <vt:lpstr>  Pollution  </vt:lpstr>
      <vt:lpstr>    Conclusion &amp; Solutions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                                                                                        Challenges Facing Modern Society                                                                                                                                                                                                          Impact of Globalization, Technology, and Changing Lifestyles </dc:title>
  <dc:creator>alex weru</dc:creator>
  <cp:lastModifiedBy>alex weru</cp:lastModifiedBy>
  <cp:revision>2</cp:revision>
  <dcterms:created xsi:type="dcterms:W3CDTF">2026-03-23T09:21:28Z</dcterms:created>
  <dcterms:modified xsi:type="dcterms:W3CDTF">2026-03-23T09:35:35Z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